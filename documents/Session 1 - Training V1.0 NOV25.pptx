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3.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4.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5.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 id="2147483710" r:id="rId2"/>
    <p:sldMasterId id="2147483731" r:id="rId3"/>
    <p:sldMasterId id="2147483746" r:id="rId4"/>
    <p:sldMasterId id="2147483763" r:id="rId5"/>
    <p:sldMasterId id="2147483783" r:id="rId6"/>
  </p:sldMasterIdLst>
  <p:notesMasterIdLst>
    <p:notesMasterId r:id="rId19"/>
  </p:notesMasterIdLst>
  <p:sldIdLst>
    <p:sldId id="2334" r:id="rId7"/>
    <p:sldId id="271" r:id="rId8"/>
    <p:sldId id="2336" r:id="rId9"/>
    <p:sldId id="268" r:id="rId10"/>
    <p:sldId id="2337" r:id="rId11"/>
    <p:sldId id="2338" r:id="rId12"/>
    <p:sldId id="2339" r:id="rId13"/>
    <p:sldId id="2340" r:id="rId14"/>
    <p:sldId id="2341" r:id="rId15"/>
    <p:sldId id="2342" r:id="rId16"/>
    <p:sldId id="234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501"/>
    <p:restoredTop sz="94658"/>
  </p:normalViewPr>
  <p:slideViewPr>
    <p:cSldViewPr snapToGrid="0">
      <p:cViewPr>
        <p:scale>
          <a:sx n="66" d="100"/>
          <a:sy n="66" d="100"/>
        </p:scale>
        <p:origin x="712" y="13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8B46C-1D5C-D944-8077-A1A6FC2616AE}" type="datetimeFigureOut">
              <a:rPr lang="en-US" smtClean="0"/>
              <a:t>11/24/25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45E80-9109-C649-9008-862539C58079}" type="slidenum">
              <a:rPr lang="en-US" smtClean="0"/>
              <a:t>‹#›</a:t>
            </a:fld>
            <a:endParaRPr lang="en-US"/>
          </a:p>
        </p:txBody>
      </p:sp>
    </p:spTree>
    <p:extLst>
      <p:ext uri="{BB962C8B-B14F-4D97-AF65-F5344CB8AC3E}">
        <p14:creationId xmlns:p14="http://schemas.microsoft.com/office/powerpoint/2010/main" val="1215306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5F7EA-EB29-2245-1D32-4A9047B77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23158-FEB9-BC66-29F5-3E5183F3B258}"/>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0B1D74B6-C853-D0E0-F01B-D1018745BD9A}"/>
              </a:ext>
            </a:extLst>
          </p:cNvPr>
          <p:cNvSpPr>
            <a:spLocks noGrp="1"/>
          </p:cNvSpPr>
          <p:nvPr>
            <p:ph type="body" idx="1"/>
          </p:nvPr>
        </p:nvSpPr>
        <p:spPr/>
        <p:txBody>
          <a:bodyPr/>
          <a:lstStyle/>
          <a:p>
            <a:pPr marL="171450" indent="-171450">
              <a:buFont typeface="Arial" panose="020B0604020202020204" pitchFamily="34" charset="0"/>
              <a:buChar char="•"/>
            </a:pPr>
            <a:r>
              <a:rPr lang="en-US"/>
              <a:t>Hey how are </a:t>
            </a:r>
            <a:r>
              <a:rPr lang="en-US" err="1"/>
              <a:t>ya</a:t>
            </a:r>
            <a:r>
              <a:rPr lang="en-US"/>
              <a:t>!?</a:t>
            </a:r>
          </a:p>
        </p:txBody>
      </p:sp>
    </p:spTree>
    <p:extLst>
      <p:ext uri="{BB962C8B-B14F-4D97-AF65-F5344CB8AC3E}">
        <p14:creationId xmlns:p14="http://schemas.microsoft.com/office/powerpoint/2010/main" val="3274636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way to look at the platform is a control layer for all our technologies. You can optimize speech to text with transcript corrections in conversation reviews. You can manage how effective the retrieval engine is by how you structure your knowledge base, and under it all is our own LLM, that we have a lot of control over for safety and speed. </a:t>
            </a:r>
          </a:p>
        </p:txBody>
      </p:sp>
      <p:sp>
        <p:nvSpPr>
          <p:cNvPr id="4" name="Slide Number Placeholder 3"/>
          <p:cNvSpPr>
            <a:spLocks noGrp="1"/>
          </p:cNvSpPr>
          <p:nvPr>
            <p:ph type="sldNum" sz="quarter" idx="5"/>
          </p:nvPr>
        </p:nvSpPr>
        <p:spPr/>
        <p:txBody>
          <a:bodyPr/>
          <a:lstStyle/>
          <a:p>
            <a:fld id="{65A45E80-9109-C649-9008-862539C58079}" type="slidenum">
              <a:rPr lang="en-US" smtClean="0"/>
              <a:t>6</a:t>
            </a:fld>
            <a:endParaRPr lang="en-US"/>
          </a:p>
        </p:txBody>
      </p:sp>
    </p:spTree>
    <p:extLst>
      <p:ext uri="{BB962C8B-B14F-4D97-AF65-F5344CB8AC3E}">
        <p14:creationId xmlns:p14="http://schemas.microsoft.com/office/powerpoint/2010/main" val="1176182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34BCA-3DA7-7A1A-8F76-DBBF018CE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9BAA2-396A-5856-6890-84039C629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D2323-4341-0F7B-CDAE-358C06900B99}"/>
              </a:ext>
            </a:extLst>
          </p:cNvPr>
          <p:cNvSpPr>
            <a:spLocks noGrp="1"/>
          </p:cNvSpPr>
          <p:nvPr>
            <p:ph type="body" idx="1"/>
          </p:nvPr>
        </p:nvSpPr>
        <p:spPr/>
        <p:txBody>
          <a:bodyPr/>
          <a:lstStyle/>
          <a:p>
            <a:r>
              <a:rPr lang="en-US" dirty="0"/>
              <a:t>Another way to look at the platform is a control layer for all our technologies. You can optimize speech to text with transcript corrections in conversation reviews. You can manage how effective the retrieval engine is by how you structure your knowledge base, and under it all is our own LLM, that we have a lot of control over for safety and speed. </a:t>
            </a:r>
          </a:p>
        </p:txBody>
      </p:sp>
      <p:sp>
        <p:nvSpPr>
          <p:cNvPr id="4" name="Slide Number Placeholder 3">
            <a:extLst>
              <a:ext uri="{FF2B5EF4-FFF2-40B4-BE49-F238E27FC236}">
                <a16:creationId xmlns:a16="http://schemas.microsoft.com/office/drawing/2014/main" id="{05B712A7-4475-9503-A5A5-9DDB9E314A14}"/>
              </a:ext>
            </a:extLst>
          </p:cNvPr>
          <p:cNvSpPr>
            <a:spLocks noGrp="1"/>
          </p:cNvSpPr>
          <p:nvPr>
            <p:ph type="sldNum" sz="quarter" idx="5"/>
          </p:nvPr>
        </p:nvSpPr>
        <p:spPr/>
        <p:txBody>
          <a:bodyPr/>
          <a:lstStyle/>
          <a:p>
            <a:fld id="{65A45E80-9109-C649-9008-862539C58079}" type="slidenum">
              <a:rPr lang="en-US" smtClean="0"/>
              <a:t>10</a:t>
            </a:fld>
            <a:endParaRPr lang="en-US"/>
          </a:p>
        </p:txBody>
      </p:sp>
    </p:spTree>
    <p:extLst>
      <p:ext uri="{BB962C8B-B14F-4D97-AF65-F5344CB8AC3E}">
        <p14:creationId xmlns:p14="http://schemas.microsoft.com/office/powerpoint/2010/main" val="21894635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7.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2.xml"/><Relationship Id="rId4" Type="http://schemas.openxmlformats.org/officeDocument/2006/relationships/image" Target="../media/image1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5.xml"/><Relationship Id="rId4" Type="http://schemas.openxmlformats.org/officeDocument/2006/relationships/image" Target="../media/image17.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5.xml"/><Relationship Id="rId4" Type="http://schemas.openxmlformats.org/officeDocument/2006/relationships/image" Target="../media/image16.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Master" Target="../slideMasters/slideMaster5.xml"/><Relationship Id="rId4" Type="http://schemas.openxmlformats.org/officeDocument/2006/relationships/image" Target="../media/image16.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9.pn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17" name="This is the Title Slide">
            <a:extLst>
              <a:ext uri="{FF2B5EF4-FFF2-40B4-BE49-F238E27FC236}">
                <a16:creationId xmlns:a16="http://schemas.microsoft.com/office/drawing/2014/main" id="{9C91420F-D457-3846-A09B-F494E2879C56}"/>
              </a:ext>
            </a:extLst>
          </p:cNvPr>
          <p:cNvSpPr txBox="1">
            <a:spLocks noGrp="1"/>
          </p:cNvSpPr>
          <p:nvPr>
            <p:ph type="title" hasCustomPrompt="1"/>
          </p:nvPr>
        </p:nvSpPr>
        <p:spPr>
          <a:xfrm>
            <a:off x="624839" y="726611"/>
            <a:ext cx="5749456" cy="1541654"/>
          </a:xfrm>
          <a:prstGeom prst="rect">
            <a:avLst/>
          </a:prstGeom>
        </p:spPr>
        <p:txBody>
          <a:bodyPr lIns="0" tIns="0" rIns="0" bIns="0" anchor="t">
            <a:noAutofit/>
          </a:bodyPr>
          <a:lstStyle>
            <a:lvl1pPr>
              <a:lnSpc>
                <a:spcPct val="90000"/>
              </a:lnSpc>
              <a:defRPr sz="6600" b="0" i="0">
                <a:solidFill>
                  <a:schemeClr val="tx1"/>
                </a:solidFill>
                <a:latin typeface="Matter SQ" pitchFamily="2" charset="77"/>
                <a:cs typeface="Matter SQ" pitchFamily="2" charset="77"/>
              </a:defRPr>
            </a:lvl1pPr>
          </a:lstStyle>
          <a:p>
            <a:r>
              <a:t>This is the </a:t>
            </a:r>
            <a:r>
              <a:rPr lang="en-GB"/>
              <a:t>t</a:t>
            </a:r>
            <a:r>
              <a:rPr err="1"/>
              <a:t>itle</a:t>
            </a:r>
            <a:r>
              <a:t> </a:t>
            </a:r>
            <a:r>
              <a:rPr lang="en-GB"/>
              <a:t>s</a:t>
            </a:r>
            <a:r>
              <a:rPr err="1"/>
              <a:t>lide</a:t>
            </a:r>
            <a:endParaRPr/>
          </a:p>
        </p:txBody>
      </p:sp>
      <p:sp>
        <p:nvSpPr>
          <p:cNvPr id="18" name="Date or other details">
            <a:extLst>
              <a:ext uri="{FF2B5EF4-FFF2-40B4-BE49-F238E27FC236}">
                <a16:creationId xmlns:a16="http://schemas.microsoft.com/office/drawing/2014/main" id="{67A07254-7DD9-AA40-95BA-F01AF958943A}"/>
              </a:ext>
            </a:extLst>
          </p:cNvPr>
          <p:cNvSpPr txBox="1">
            <a:spLocks noGrp="1"/>
          </p:cNvSpPr>
          <p:nvPr>
            <p:ph type="body" sz="quarter" idx="21" hasCustomPrompt="1"/>
          </p:nvPr>
        </p:nvSpPr>
        <p:spPr>
          <a:xfrm>
            <a:off x="624839" y="2700948"/>
            <a:ext cx="3350813" cy="861899"/>
          </a:xfrm>
          <a:prstGeom prst="rect">
            <a:avLst/>
          </a:prstGeom>
        </p:spPr>
        <p:txBody>
          <a:bodyPr lIns="0" tIns="0" rIns="0" bIns="0" anchor="t"/>
          <a:lstStyle>
            <a:lvl1pPr marL="0" indent="0" algn="l">
              <a:lnSpc>
                <a:spcPct val="130000"/>
              </a:lnSpc>
              <a:spcBef>
                <a:spcPts val="0"/>
              </a:spcBef>
              <a:buSzTx/>
              <a:buFontTx/>
              <a:buNone/>
              <a:defRPr sz="1200" b="0" i="0">
                <a:solidFill>
                  <a:schemeClr val="tx2"/>
                </a:solidFill>
                <a:latin typeface="Basis Grotesque Mono Pro" panose="020B0509050301040203" pitchFamily="49" charset="0"/>
                <a:ea typeface="Basis Grotesque Mono Pro" panose="020B0509050301040203" pitchFamily="49" charset="0"/>
                <a:cs typeface="Poppins Light" pitchFamily="2" charset="77"/>
                <a:sym typeface="Poppins SemiBold"/>
              </a:defRPr>
            </a:lvl1pPr>
          </a:lstStyle>
          <a:p>
            <a:r>
              <a:rPr lang="en-GB"/>
              <a:t>Subtitle</a:t>
            </a:r>
            <a:endParaRPr/>
          </a:p>
        </p:txBody>
      </p:sp>
      <p:pic>
        <p:nvPicPr>
          <p:cNvPr id="6" name="Picture 5" descr="A group of yellow dots on a black background&#10;&#10;Description automatically generated">
            <a:extLst>
              <a:ext uri="{FF2B5EF4-FFF2-40B4-BE49-F238E27FC236}">
                <a16:creationId xmlns:a16="http://schemas.microsoft.com/office/drawing/2014/main" id="{7B31B71E-3A11-6ABA-CA07-6EA5739284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2224291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Title Slide">
    <p:bg>
      <p:bgPr>
        <a:solidFill>
          <a:schemeClr val="bg1"/>
        </a:solidFill>
        <a:effectLst/>
      </p:bgPr>
    </p:bg>
    <p:spTree>
      <p:nvGrpSpPr>
        <p:cNvPr id="1" name=""/>
        <p:cNvGrpSpPr/>
        <p:nvPr/>
      </p:nvGrpSpPr>
      <p:grpSpPr>
        <a:xfrm>
          <a:off x="0" y="0"/>
          <a:ext cx="0" cy="0"/>
          <a:chOff x="0" y="0"/>
          <a:chExt cx="0" cy="0"/>
        </a:xfrm>
      </p:grpSpPr>
      <p:sp>
        <p:nvSpPr>
          <p:cNvPr id="17" name="This is the Title Slide">
            <a:extLst>
              <a:ext uri="{FF2B5EF4-FFF2-40B4-BE49-F238E27FC236}">
                <a16:creationId xmlns:a16="http://schemas.microsoft.com/office/drawing/2014/main" id="{9C91420F-D457-3846-A09B-F494E2879C56}"/>
              </a:ext>
            </a:extLst>
          </p:cNvPr>
          <p:cNvSpPr txBox="1">
            <a:spLocks noGrp="1"/>
          </p:cNvSpPr>
          <p:nvPr>
            <p:ph type="title" hasCustomPrompt="1"/>
          </p:nvPr>
        </p:nvSpPr>
        <p:spPr>
          <a:xfrm>
            <a:off x="624839" y="2252612"/>
            <a:ext cx="5040000" cy="2345757"/>
          </a:xfrm>
          <a:prstGeom prst="rect">
            <a:avLst/>
          </a:prstGeom>
        </p:spPr>
        <p:txBody>
          <a:bodyPr lIns="0" tIns="0" rIns="0" bIns="0" anchor="ctr">
            <a:noAutofit/>
          </a:bodyPr>
          <a:lstStyle>
            <a:lvl1pPr>
              <a:lnSpc>
                <a:spcPct val="90000"/>
              </a:lnSpc>
              <a:defRPr sz="4800" b="0" i="0">
                <a:solidFill>
                  <a:schemeClr val="tx1"/>
                </a:solidFill>
                <a:latin typeface="Matter SQ" pitchFamily="2" charset="77"/>
                <a:cs typeface="Matter SQ" pitchFamily="2" charset="77"/>
              </a:defRPr>
            </a:lvl1pPr>
          </a:lstStyle>
          <a:p>
            <a:r>
              <a:t>This is the </a:t>
            </a:r>
            <a:r>
              <a:rPr lang="en-GB"/>
              <a:t>t</a:t>
            </a:r>
            <a:r>
              <a:rPr err="1"/>
              <a:t>itle</a:t>
            </a:r>
            <a:r>
              <a:t> </a:t>
            </a:r>
            <a:r>
              <a:rPr lang="en-GB"/>
              <a:t>s</a:t>
            </a:r>
            <a:r>
              <a:rPr err="1"/>
              <a:t>lide</a:t>
            </a:r>
            <a:endParaRPr/>
          </a:p>
        </p:txBody>
      </p:sp>
      <p:sp>
        <p:nvSpPr>
          <p:cNvPr id="2" name="Rectangle 1">
            <a:extLst>
              <a:ext uri="{FF2B5EF4-FFF2-40B4-BE49-F238E27FC236}">
                <a16:creationId xmlns:a16="http://schemas.microsoft.com/office/drawing/2014/main" id="{E59A606F-67B4-617D-D374-C43B0DD69101}"/>
              </a:ext>
            </a:extLst>
          </p:cNvPr>
          <p:cNvSpPr/>
          <p:nvPr/>
        </p:nvSpPr>
        <p:spPr>
          <a:xfrm rot="16200000">
            <a:off x="3028950" y="2472948"/>
            <a:ext cx="1356102" cy="7414002"/>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sp>
        <p:nvSpPr>
          <p:cNvPr id="3" name="Rectangle 2">
            <a:extLst>
              <a:ext uri="{FF2B5EF4-FFF2-40B4-BE49-F238E27FC236}">
                <a16:creationId xmlns:a16="http://schemas.microsoft.com/office/drawing/2014/main" id="{116C8A66-9D71-0CFE-6C8A-9CCCC18A2A72}"/>
              </a:ext>
            </a:extLst>
          </p:cNvPr>
          <p:cNvSpPr>
            <a:spLocks noGrp="1" noRot="1" noMove="1" noResize="1" noEditPoints="1" noAdjustHandles="1" noChangeArrowheads="1" noChangeShapeType="1"/>
          </p:cNvSpPr>
          <p:nvPr/>
        </p:nvSpPr>
        <p:spPr>
          <a:xfrm>
            <a:off x="6584361" y="9743"/>
            <a:ext cx="5760000" cy="6858000"/>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pic>
        <p:nvPicPr>
          <p:cNvPr id="4" name="Picture 3" descr="A black and white background with a few curved shapes&#10;&#10;Description automatically generated with medium confidence">
            <a:extLst>
              <a:ext uri="{FF2B5EF4-FFF2-40B4-BE49-F238E27FC236}">
                <a16:creationId xmlns:a16="http://schemas.microsoft.com/office/drawing/2014/main" id="{E14C2251-BBC9-B146-613C-8A45F5C26025}"/>
              </a:ext>
            </a:extLst>
          </p:cNvPr>
          <p:cNvPicPr>
            <a:picLocks noGrp="1" noRot="1" noMove="1" noResize="1" noEditPoints="1" noAdjustHandles="1" noChangeArrowheads="1" noChangeShapeType="1" noCrop="1"/>
          </p:cNvPicPr>
          <p:nvPr/>
        </p:nvPicPr>
        <p:blipFill rotWithShape="1">
          <a:blip r:embed="rId2">
            <a:extLst>
              <a:ext uri="{28A0092B-C50C-407E-A947-70E740481C1C}">
                <a14:useLocalDpi xmlns:a14="http://schemas.microsoft.com/office/drawing/2010/main" val="0"/>
              </a:ext>
            </a:extLst>
          </a:blip>
          <a:srcRect l="61277" t="50719" r="2823" b="25856"/>
          <a:stretch/>
        </p:blipFill>
        <p:spPr>
          <a:xfrm>
            <a:off x="6584362" y="-1"/>
            <a:ext cx="5760000" cy="3772097"/>
          </a:xfrm>
          <a:prstGeom prst="rect">
            <a:avLst/>
          </a:prstGeom>
        </p:spPr>
      </p:pic>
      <p:sp>
        <p:nvSpPr>
          <p:cNvPr id="18" name="Date or other details">
            <a:extLst>
              <a:ext uri="{FF2B5EF4-FFF2-40B4-BE49-F238E27FC236}">
                <a16:creationId xmlns:a16="http://schemas.microsoft.com/office/drawing/2014/main" id="{67A07254-7DD9-AA40-95BA-F01AF958943A}"/>
              </a:ext>
            </a:extLst>
          </p:cNvPr>
          <p:cNvSpPr txBox="1">
            <a:spLocks noGrp="1"/>
          </p:cNvSpPr>
          <p:nvPr>
            <p:ph type="body" sz="quarter" idx="21" hasCustomPrompt="1"/>
          </p:nvPr>
        </p:nvSpPr>
        <p:spPr>
          <a:xfrm>
            <a:off x="624839" y="5748998"/>
            <a:ext cx="3350813" cy="861899"/>
          </a:xfrm>
          <a:prstGeom prst="rect">
            <a:avLst/>
          </a:prstGeom>
        </p:spPr>
        <p:txBody>
          <a:bodyPr lIns="0" tIns="0" rIns="0" bIns="0" anchor="ctr"/>
          <a:lstStyle>
            <a:lvl1pPr marL="0" indent="0" algn="l">
              <a:lnSpc>
                <a:spcPct val="130000"/>
              </a:lnSpc>
              <a:spcBef>
                <a:spcPts val="0"/>
              </a:spcBef>
              <a:buSzTx/>
              <a:buFontTx/>
              <a:buNone/>
              <a:defRPr sz="1200" b="0" i="0" spc="30" baseline="0">
                <a:solidFill>
                  <a:schemeClr val="accent5">
                    <a:lumMod val="25000"/>
                  </a:schemeClr>
                </a:solidFill>
                <a:latin typeface="Basis Grotesque Mono Pro" panose="020B0509050301040203" pitchFamily="49" charset="0"/>
                <a:ea typeface="Basis Grotesque Mono Pro" panose="020B0509050301040203" pitchFamily="49" charset="0"/>
                <a:cs typeface="Poppins Light" pitchFamily="2" charset="77"/>
                <a:sym typeface="Poppins SemiBold"/>
              </a:defRPr>
            </a:lvl1pPr>
          </a:lstStyle>
          <a:p>
            <a:r>
              <a:rPr lang="en-GB"/>
              <a:t>SUBTITLE</a:t>
            </a:r>
          </a:p>
        </p:txBody>
      </p:sp>
      <p:pic>
        <p:nvPicPr>
          <p:cNvPr id="5" name="Graphic 4">
            <a:extLst>
              <a:ext uri="{FF2B5EF4-FFF2-40B4-BE49-F238E27FC236}">
                <a16:creationId xmlns:a16="http://schemas.microsoft.com/office/drawing/2014/main" id="{5A53688E-6689-1C57-74D7-12EA3EE99E0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840" y="648793"/>
            <a:ext cx="1188000" cy="352000"/>
          </a:xfrm>
          <a:prstGeom prst="rect">
            <a:avLst/>
          </a:prstGeom>
        </p:spPr>
      </p:pic>
      <p:sp>
        <p:nvSpPr>
          <p:cNvPr id="6" name="Body Level One…">
            <a:extLst>
              <a:ext uri="{FF2B5EF4-FFF2-40B4-BE49-F238E27FC236}">
                <a16:creationId xmlns:a16="http://schemas.microsoft.com/office/drawing/2014/main" id="{2E33D3FB-CD62-CADF-5257-E74B8F32A184}"/>
              </a:ext>
            </a:extLst>
          </p:cNvPr>
          <p:cNvSpPr txBox="1">
            <a:spLocks noGrp="1"/>
          </p:cNvSpPr>
          <p:nvPr>
            <p:ph type="body" idx="1"/>
          </p:nvPr>
        </p:nvSpPr>
        <p:spPr>
          <a:xfrm>
            <a:off x="7255916" y="4654702"/>
            <a:ext cx="4231891" cy="160946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1564208182"/>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New section 2">
    <p:bg>
      <p:bgPr>
        <a:solidFill>
          <a:schemeClr val="bg1"/>
        </a:solidFill>
        <a:effectLst/>
      </p:bgPr>
    </p:bg>
    <p:spTree>
      <p:nvGrpSpPr>
        <p:cNvPr id="1" name=""/>
        <p:cNvGrpSpPr/>
        <p:nvPr/>
      </p:nvGrpSpPr>
      <p:grpSpPr>
        <a:xfrm>
          <a:off x="0" y="0"/>
          <a:ext cx="0" cy="0"/>
          <a:chOff x="0" y="0"/>
          <a:chExt cx="0" cy="0"/>
        </a:xfrm>
      </p:grpSpPr>
      <p:pic>
        <p:nvPicPr>
          <p:cNvPr id="3" name="Picture 2" descr="A black background with yellow dots&#10;&#10;Description automatically generated">
            <a:extLst>
              <a:ext uri="{FF2B5EF4-FFF2-40B4-BE49-F238E27FC236}">
                <a16:creationId xmlns:a16="http://schemas.microsoft.com/office/drawing/2014/main" id="{DFBB407D-2570-F524-63A4-CC3A0E42CF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5" name="New Section Title"/>
          <p:cNvSpPr txBox="1">
            <a:spLocks noGrp="1"/>
          </p:cNvSpPr>
          <p:nvPr>
            <p:ph type="title" hasCustomPrompt="1"/>
          </p:nvPr>
        </p:nvSpPr>
        <p:spPr>
          <a:xfrm>
            <a:off x="1455086" y="4990704"/>
            <a:ext cx="3783486" cy="961481"/>
          </a:xfrm>
          <a:prstGeom prst="rect">
            <a:avLst/>
          </a:prstGeom>
        </p:spPr>
        <p:txBody>
          <a:bodyPr>
            <a:noAutofit/>
          </a:bodyPr>
          <a:lstStyle>
            <a:lvl1pPr algn="l">
              <a:lnSpc>
                <a:spcPct val="100000"/>
              </a:lnSpc>
              <a:defRPr sz="4800" b="0" i="0" spc="0">
                <a:solidFill>
                  <a:schemeClr val="tx1"/>
                </a:solidFill>
                <a:latin typeface="Matter SQ" pitchFamily="2" charset="77"/>
                <a:ea typeface="Matter SQ" pitchFamily="2" charset="77"/>
                <a:cs typeface="Matter SQ" pitchFamily="2" charset="77"/>
                <a:sym typeface="Visuelt Pro Light"/>
              </a:defRPr>
            </a:lvl1pPr>
          </a:lstStyle>
          <a:p>
            <a:r>
              <a:t>Section </a:t>
            </a:r>
            <a:r>
              <a:rPr lang="en-GB"/>
              <a:t>t</a:t>
            </a:r>
            <a:r>
              <a:rPr err="1"/>
              <a:t>itle</a:t>
            </a:r>
            <a:endParaRPr/>
          </a:p>
        </p:txBody>
      </p:sp>
      <p:sp>
        <p:nvSpPr>
          <p:cNvPr id="11" name="Text Placeholder 9">
            <a:extLst>
              <a:ext uri="{FF2B5EF4-FFF2-40B4-BE49-F238E27FC236}">
                <a16:creationId xmlns:a16="http://schemas.microsoft.com/office/drawing/2014/main" id="{502D322B-9696-8DFF-8C67-82F1AE53850C}"/>
              </a:ext>
            </a:extLst>
          </p:cNvPr>
          <p:cNvSpPr>
            <a:spLocks noGrp="1"/>
          </p:cNvSpPr>
          <p:nvPr>
            <p:ph type="body" sz="quarter" idx="10" hasCustomPrompt="1"/>
          </p:nvPr>
        </p:nvSpPr>
        <p:spPr>
          <a:xfrm>
            <a:off x="1545164" y="4963809"/>
            <a:ext cx="2220912" cy="117707"/>
          </a:xfrm>
        </p:spPr>
        <p:txBody>
          <a:bodyPr lIns="0" tIns="0" rIns="0" bIns="0"/>
          <a:lstStyle>
            <a:lvl1pPr marL="0" indent="0">
              <a:buNone/>
              <a:defRPr sz="800">
                <a:solidFill>
                  <a:schemeClr val="bg2"/>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Section XX</a:t>
            </a:r>
            <a:endParaRPr lang="en-US"/>
          </a:p>
        </p:txBody>
      </p:sp>
    </p:spTree>
    <p:extLst>
      <p:ext uri="{BB962C8B-B14F-4D97-AF65-F5344CB8AC3E}">
        <p14:creationId xmlns:p14="http://schemas.microsoft.com/office/powerpoint/2010/main" val="78236980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1_Text - dark">
    <p:bg>
      <p:bgPr>
        <a:solidFill>
          <a:schemeClr val="bg1"/>
        </a:solidFill>
        <a:effectLst/>
      </p:bgPr>
    </p:bg>
    <p:spTree>
      <p:nvGrpSpPr>
        <p:cNvPr id="1" name=""/>
        <p:cNvGrpSpPr/>
        <p:nvPr/>
      </p:nvGrpSpPr>
      <p:grpSpPr>
        <a:xfrm>
          <a:off x="0" y="0"/>
          <a:ext cx="0" cy="0"/>
          <a:chOff x="0" y="0"/>
          <a:chExt cx="0" cy="0"/>
        </a:xfrm>
      </p:grpSpPr>
      <p:pic>
        <p:nvPicPr>
          <p:cNvPr id="4" name="Picture 3" descr="A black rectangle with white lines&#10;&#10;Description automatically generated">
            <a:extLst>
              <a:ext uri="{FF2B5EF4-FFF2-40B4-BE49-F238E27FC236}">
                <a16:creationId xmlns:a16="http://schemas.microsoft.com/office/drawing/2014/main" id="{3F67E5F7-6569-4E24-2AE2-1CF54B7A133A}"/>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18143" y="22451"/>
            <a:ext cx="12153600" cy="6836400"/>
          </a:xfrm>
          <a:prstGeom prst="rect">
            <a:avLst/>
          </a:prstGeom>
        </p:spPr>
      </p:pic>
      <p:sp>
        <p:nvSpPr>
          <p:cNvPr id="9" name="Body Level One…">
            <a:extLst>
              <a:ext uri="{FF2B5EF4-FFF2-40B4-BE49-F238E27FC236}">
                <a16:creationId xmlns:a16="http://schemas.microsoft.com/office/drawing/2014/main" id="{DF731D64-A704-3E45-B6D1-47CF93680310}"/>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tx2"/>
                </a:solidFill>
              </a:defRPr>
            </a:lvl1pPr>
            <a:lvl2pPr marL="228600" indent="0">
              <a:buNone/>
              <a:defRPr sz="1200">
                <a:solidFill>
                  <a:schemeClr val="tx2"/>
                </a:solidFill>
              </a:defRPr>
            </a:lvl2pPr>
            <a:lvl3pPr marL="457200" indent="0">
              <a:buNone/>
              <a:defRPr sz="1200">
                <a:solidFill>
                  <a:schemeClr val="tx2"/>
                </a:solidFill>
              </a:defRPr>
            </a:lvl3pPr>
            <a:lvl4pPr marL="685800" indent="0">
              <a:buNone/>
              <a:defRPr sz="1200">
                <a:solidFill>
                  <a:schemeClr val="tx2"/>
                </a:solidFill>
              </a:defRPr>
            </a:lvl4pPr>
            <a:lvl5pPr marL="914400" indent="0">
              <a:buNone/>
              <a:defRPr sz="12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Tree>
    <p:extLst>
      <p:ext uri="{BB962C8B-B14F-4D97-AF65-F5344CB8AC3E}">
        <p14:creationId xmlns:p14="http://schemas.microsoft.com/office/powerpoint/2010/main" val="24792878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1_3 columns - Dark">
    <p:bg>
      <p:bgPr>
        <a:solidFill>
          <a:schemeClr val="bg1"/>
        </a:solidFill>
        <a:effectLst/>
      </p:bgPr>
    </p:bg>
    <p:spTree>
      <p:nvGrpSpPr>
        <p:cNvPr id="1" name=""/>
        <p:cNvGrpSpPr/>
        <p:nvPr/>
      </p:nvGrpSpPr>
      <p:grpSpPr>
        <a:xfrm>
          <a:off x="0" y="0"/>
          <a:ext cx="0" cy="0"/>
          <a:chOff x="0" y="0"/>
          <a:chExt cx="0" cy="0"/>
        </a:xfrm>
      </p:grpSpPr>
      <p:pic>
        <p:nvPicPr>
          <p:cNvPr id="7" name="Picture 6" descr="A black rectangle with white lines&#10;&#10;Description automatically generated">
            <a:extLst>
              <a:ext uri="{FF2B5EF4-FFF2-40B4-BE49-F238E27FC236}">
                <a16:creationId xmlns:a16="http://schemas.microsoft.com/office/drawing/2014/main" id="{C7B2CEEA-2937-3000-D7ED-956D6009D3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43" y="22451"/>
            <a:ext cx="12153600" cy="6836400"/>
          </a:xfrm>
          <a:prstGeom prst="rect">
            <a:avLst/>
          </a:prstGeom>
        </p:spPr>
      </p:pic>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
        <p:nvSpPr>
          <p:cNvPr id="2" name="Body Level One…">
            <a:extLst>
              <a:ext uri="{FF2B5EF4-FFF2-40B4-BE49-F238E27FC236}">
                <a16:creationId xmlns:a16="http://schemas.microsoft.com/office/drawing/2014/main" id="{B8157C8B-10A7-5F2E-79A2-605B68225C31}"/>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3" name="Body Level One…">
            <a:extLst>
              <a:ext uri="{FF2B5EF4-FFF2-40B4-BE49-F238E27FC236}">
                <a16:creationId xmlns:a16="http://schemas.microsoft.com/office/drawing/2014/main" id="{12F3C27E-B745-3A23-8401-AAB89BEAF896}"/>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Body Level One…">
            <a:extLst>
              <a:ext uri="{FF2B5EF4-FFF2-40B4-BE49-F238E27FC236}">
                <a16:creationId xmlns:a16="http://schemas.microsoft.com/office/drawing/2014/main" id="{FA55B3EE-7140-EB9D-FD70-D81BA7C5843F}"/>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199576892"/>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ext - Light">
    <p:bg>
      <p:bgPr>
        <a:solidFill>
          <a:schemeClr val="tx2"/>
        </a:solidFill>
        <a:effectLst/>
      </p:bgPr>
    </p:bg>
    <p:spTree>
      <p:nvGrpSpPr>
        <p:cNvPr id="1" name=""/>
        <p:cNvGrpSpPr/>
        <p:nvPr/>
      </p:nvGrpSpPr>
      <p:grpSpPr>
        <a:xfrm>
          <a:off x="0" y="0"/>
          <a:ext cx="0" cy="0"/>
          <a:chOff x="0" y="0"/>
          <a:chExt cx="0" cy="0"/>
        </a:xfrm>
      </p:grpSpPr>
      <p:pic>
        <p:nvPicPr>
          <p:cNvPr id="3" name="Picture 2" descr="A white rectangular object with a black border&#10;&#10;Description automatically generated">
            <a:extLst>
              <a:ext uri="{FF2B5EF4-FFF2-40B4-BE49-F238E27FC236}">
                <a16:creationId xmlns:a16="http://schemas.microsoft.com/office/drawing/2014/main" id="{CAE73068-A0C9-4F4B-A570-825DF855CE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0" y="18000"/>
            <a:ext cx="12160000" cy="6840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spTree>
    <p:extLst>
      <p:ext uri="{BB962C8B-B14F-4D97-AF65-F5344CB8AC3E}">
        <p14:creationId xmlns:p14="http://schemas.microsoft.com/office/powerpoint/2010/main" val="3515494731"/>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Text + Pattern- Light">
    <p:bg>
      <p:bgPr>
        <a:solidFill>
          <a:schemeClr val="tx2"/>
        </a:solidFill>
        <a:effectLst/>
      </p:bgPr>
    </p:bg>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B98E426F-3CDE-D74A-8C0C-74F0304F310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609052"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609052"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spTree>
    <p:extLst>
      <p:ext uri="{BB962C8B-B14F-4D97-AF65-F5344CB8AC3E}">
        <p14:creationId xmlns:p14="http://schemas.microsoft.com/office/powerpoint/2010/main" val="17512227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ext with screenshot image">
    <p:bg>
      <p:bgPr>
        <a:solidFill>
          <a:schemeClr val="tx2"/>
        </a:solidFill>
        <a:effectLst/>
      </p:bgPr>
    </p:bg>
    <p:spTree>
      <p:nvGrpSpPr>
        <p:cNvPr id="1" name=""/>
        <p:cNvGrpSpPr/>
        <p:nvPr/>
      </p:nvGrpSpPr>
      <p:grpSpPr>
        <a:xfrm>
          <a:off x="0" y="0"/>
          <a:ext cx="0" cy="0"/>
          <a:chOff x="0" y="0"/>
          <a:chExt cx="0" cy="0"/>
        </a:xfrm>
      </p:grpSpPr>
      <p:pic>
        <p:nvPicPr>
          <p:cNvPr id="17" name="Picture 16" descr="A white rectangular object with a black border&#10;&#10;Description automatically generated">
            <a:extLst>
              <a:ext uri="{FF2B5EF4-FFF2-40B4-BE49-F238E27FC236}">
                <a16:creationId xmlns:a16="http://schemas.microsoft.com/office/drawing/2014/main" id="{08FFD7D8-C3A3-872D-643A-9993C93DA5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0" y="18000"/>
            <a:ext cx="12160000" cy="6840000"/>
          </a:xfrm>
          <a:prstGeom prst="rect">
            <a:avLst/>
          </a:prstGeom>
        </p:spPr>
      </p:pic>
      <p:pic>
        <p:nvPicPr>
          <p:cNvPr id="16" name="Picture 15" descr="A black and white background&#10;&#10;Description automatically generated">
            <a:extLst>
              <a:ext uri="{FF2B5EF4-FFF2-40B4-BE49-F238E27FC236}">
                <a16:creationId xmlns:a16="http://schemas.microsoft.com/office/drawing/2014/main" id="{AE18BC75-CCE2-0669-65F8-AB5EFC902DAC}"/>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15399" t="34019" r="50187" b="15208"/>
          <a:stretch/>
        </p:blipFill>
        <p:spPr>
          <a:xfrm>
            <a:off x="7962232" y="-1"/>
            <a:ext cx="4229768" cy="6240379"/>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sp>
        <p:nvSpPr>
          <p:cNvPr id="11" name="Rectangle 10">
            <a:extLst>
              <a:ext uri="{FF2B5EF4-FFF2-40B4-BE49-F238E27FC236}">
                <a16:creationId xmlns:a16="http://schemas.microsoft.com/office/drawing/2014/main" id="{B5D989FD-478A-0BBD-E82B-9B294493E89B}"/>
              </a:ext>
            </a:extLst>
          </p:cNvPr>
          <p:cNvSpPr/>
          <p:nvPr/>
        </p:nvSpPr>
        <p:spPr>
          <a:xfrm>
            <a:off x="7102715" y="5390147"/>
            <a:ext cx="1732548" cy="1467853"/>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69868" y="1207982"/>
            <a:ext cx="7198243" cy="4182165"/>
          </a:xfrm>
          <a:solidFill>
            <a:schemeClr val="tx1"/>
          </a:solidFill>
          <a:ln w="53975">
            <a:solidFill>
              <a:schemeClr val="bg1"/>
            </a:solidFill>
          </a:ln>
        </p:spPr>
        <p:txBody>
          <a:bodyPr/>
          <a:lstStyle/>
          <a:p>
            <a:r>
              <a:rPr lang="en-GB"/>
              <a:t>Click icon to add picture</a:t>
            </a:r>
            <a:endParaRPr lang="en-US"/>
          </a:p>
        </p:txBody>
      </p:sp>
    </p:spTree>
    <p:extLst>
      <p:ext uri="{BB962C8B-B14F-4D97-AF65-F5344CB8AC3E}">
        <p14:creationId xmlns:p14="http://schemas.microsoft.com/office/powerpoint/2010/main" val="258357705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Image layout 1 ">
    <p:bg>
      <p:bgPr>
        <a:solidFill>
          <a:schemeClr val="tx2"/>
        </a:solidFill>
        <a:effectLst/>
      </p:bgPr>
    </p:bg>
    <p:spTree>
      <p:nvGrpSpPr>
        <p:cNvPr id="1" name=""/>
        <p:cNvGrpSpPr/>
        <p:nvPr/>
      </p:nvGrpSpPr>
      <p:grpSpPr>
        <a:xfrm>
          <a:off x="0" y="0"/>
          <a:ext cx="0" cy="0"/>
          <a:chOff x="0" y="0"/>
          <a:chExt cx="0" cy="0"/>
        </a:xfrm>
      </p:grpSpPr>
      <p:pic>
        <p:nvPicPr>
          <p:cNvPr id="2" name="Picture 1" descr="A white rectangular object with a black border&#10;&#10;Description automatically generated">
            <a:extLst>
              <a:ext uri="{FF2B5EF4-FFF2-40B4-BE49-F238E27FC236}">
                <a16:creationId xmlns:a16="http://schemas.microsoft.com/office/drawing/2014/main" id="{5B6DCA7B-FBB7-44C1-3B39-1B0B96097A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0" y="18000"/>
            <a:ext cx="12160000" cy="6840000"/>
          </a:xfrm>
          <a:prstGeom prst="rect">
            <a:avLst/>
          </a:prstGeom>
        </p:spPr>
      </p:pic>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44000" y="631370"/>
            <a:ext cx="7848000" cy="6226629"/>
          </a:xfrm>
          <a:solidFill>
            <a:schemeClr val="tx1"/>
          </a:solidFill>
          <a:ln w="53975">
            <a:noFill/>
          </a:ln>
        </p:spPr>
        <p:txBody>
          <a:bodyPr/>
          <a:lstStyle/>
          <a:p>
            <a:r>
              <a:rPr lang="en-GB"/>
              <a:t>Click icon to add picture</a:t>
            </a:r>
            <a:endParaRPr lang="en-US"/>
          </a:p>
        </p:txBody>
      </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spTree>
    <p:extLst>
      <p:ext uri="{BB962C8B-B14F-4D97-AF65-F5344CB8AC3E}">
        <p14:creationId xmlns:p14="http://schemas.microsoft.com/office/powerpoint/2010/main" val="876862621"/>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Image layout 1 ">
    <p:bg>
      <p:bgPr>
        <a:solidFill>
          <a:schemeClr val="tx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5298" y="631370"/>
            <a:ext cx="7848000" cy="6226629"/>
          </a:xfrm>
          <a:solidFill>
            <a:schemeClr val="tx1"/>
          </a:solidFill>
          <a:ln w="53975">
            <a:noFill/>
          </a:ln>
        </p:spPr>
        <p:txBody>
          <a:bodyPr/>
          <a:lstStyle/>
          <a:p>
            <a:r>
              <a:rPr lang="en-GB"/>
              <a:t>Click icon to add picture</a:t>
            </a:r>
            <a:endParaRPr lang="en-US"/>
          </a:p>
        </p:txBody>
      </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8448305"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8448305"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bg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pic>
        <p:nvPicPr>
          <p:cNvPr id="11" name="Picture 10" descr="A black rectangle with white lines&#10;&#10;Description automatically generated">
            <a:extLst>
              <a:ext uri="{FF2B5EF4-FFF2-40B4-BE49-F238E27FC236}">
                <a16:creationId xmlns:a16="http://schemas.microsoft.com/office/drawing/2014/main" id="{5B32D5DF-7B5A-93F2-23D2-2343A3424428}"/>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1518879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Image layout 2">
    <p:bg>
      <p:bgPr>
        <a:solidFill>
          <a:schemeClr val="tx2"/>
        </a:solidFill>
        <a:effectLst/>
      </p:bgPr>
    </p:bg>
    <p:spTree>
      <p:nvGrpSpPr>
        <p:cNvPr id="1" name=""/>
        <p:cNvGrpSpPr/>
        <p:nvPr/>
      </p:nvGrpSpPr>
      <p:grpSpPr>
        <a:xfrm>
          <a:off x="0" y="0"/>
          <a:ext cx="0" cy="0"/>
          <a:chOff x="0" y="0"/>
          <a:chExt cx="0" cy="0"/>
        </a:xfrm>
      </p:grpSpPr>
      <p:pic>
        <p:nvPicPr>
          <p:cNvPr id="2" name="Picture 1" descr="A white rectangular object with a black border&#10;&#10;Description automatically generated">
            <a:extLst>
              <a:ext uri="{FF2B5EF4-FFF2-40B4-BE49-F238E27FC236}">
                <a16:creationId xmlns:a16="http://schemas.microsoft.com/office/drawing/2014/main" id="{99BCC4A7-E2BC-14D6-281D-EED6B0D6A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0" y="18000"/>
            <a:ext cx="12160000" cy="6840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0" y="616416"/>
            <a:ext cx="8992998" cy="3114000"/>
          </a:xfrm>
          <a:solidFill>
            <a:schemeClr val="tx1"/>
          </a:solidFill>
          <a:ln w="53975">
            <a:noFill/>
          </a:ln>
        </p:spPr>
        <p:txBody>
          <a:bodyPr/>
          <a:lstStyle/>
          <a:p>
            <a:r>
              <a:rPr lang="en-GB"/>
              <a:t>Click icon to add picture</a:t>
            </a:r>
            <a:endParaRPr lang="en-US"/>
          </a:p>
        </p:txBody>
      </p:sp>
      <p:sp>
        <p:nvSpPr>
          <p:cNvPr id="17" name="Body Level One…">
            <a:extLst>
              <a:ext uri="{FF2B5EF4-FFF2-40B4-BE49-F238E27FC236}">
                <a16:creationId xmlns:a16="http://schemas.microsoft.com/office/drawing/2014/main" id="{F77A1705-FA22-C457-903B-9A880BC34715}"/>
              </a:ext>
            </a:extLst>
          </p:cNvPr>
          <p:cNvSpPr txBox="1">
            <a:spLocks noGrp="1"/>
          </p:cNvSpPr>
          <p:nvPr>
            <p:ph type="body" idx="13"/>
          </p:nvPr>
        </p:nvSpPr>
        <p:spPr>
          <a:xfrm>
            <a:off x="430180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8" name="Body Level One…">
            <a:extLst>
              <a:ext uri="{FF2B5EF4-FFF2-40B4-BE49-F238E27FC236}">
                <a16:creationId xmlns:a16="http://schemas.microsoft.com/office/drawing/2014/main" id="{73CF275F-653F-B6D9-714D-44CDADAFDE35}"/>
              </a:ext>
            </a:extLst>
          </p:cNvPr>
          <p:cNvSpPr txBox="1">
            <a:spLocks noGrp="1"/>
          </p:cNvSpPr>
          <p:nvPr>
            <p:ph type="body" idx="14"/>
          </p:nvPr>
        </p:nvSpPr>
        <p:spPr>
          <a:xfrm>
            <a:off x="797972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pic>
        <p:nvPicPr>
          <p:cNvPr id="11" name="Picture 10" descr="A black and white background&#10;&#10;Description automatically generated">
            <a:extLst>
              <a:ext uri="{FF2B5EF4-FFF2-40B4-BE49-F238E27FC236}">
                <a16:creationId xmlns:a16="http://schemas.microsoft.com/office/drawing/2014/main" id="{73E750E1-B240-D3DE-8E81-E8E7B817A579}"/>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l="59226" t="24879" r="3720" b="30311"/>
          <a:stretch/>
        </p:blipFill>
        <p:spPr>
          <a:xfrm>
            <a:off x="8992998" y="616416"/>
            <a:ext cx="2575115" cy="3114000"/>
          </a:xfrm>
          <a:prstGeom prst="rect">
            <a:avLst/>
          </a:prstGeom>
        </p:spPr>
      </p:pic>
    </p:spTree>
    <p:extLst>
      <p:ext uri="{BB962C8B-B14F-4D97-AF65-F5344CB8AC3E}">
        <p14:creationId xmlns:p14="http://schemas.microsoft.com/office/powerpoint/2010/main" val="34234843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ase study - single slide">
    <p:bg>
      <p:bgPr>
        <a:solidFill>
          <a:schemeClr val="tx2"/>
        </a:solidFill>
        <a:effectLst/>
      </p:bgPr>
    </p:bg>
    <p:spTree>
      <p:nvGrpSpPr>
        <p:cNvPr id="1" name=""/>
        <p:cNvGrpSpPr/>
        <p:nvPr/>
      </p:nvGrpSpPr>
      <p:grpSpPr>
        <a:xfrm>
          <a:off x="0" y="0"/>
          <a:ext cx="0" cy="0"/>
          <a:chOff x="0" y="0"/>
          <a:chExt cx="0" cy="0"/>
        </a:xfrm>
      </p:grpSpPr>
      <p:pic>
        <p:nvPicPr>
          <p:cNvPr id="2" name="Picture 1" descr="A white rectangular object with a black border&#10;&#10;Description automatically generated">
            <a:extLst>
              <a:ext uri="{FF2B5EF4-FFF2-40B4-BE49-F238E27FC236}">
                <a16:creationId xmlns:a16="http://schemas.microsoft.com/office/drawing/2014/main" id="{CBA0BFEB-3469-FF46-1954-500089021D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0" y="18000"/>
            <a:ext cx="12160000" cy="6840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1977335"/>
            <a:ext cx="4122056"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573926"/>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sp>
        <p:nvSpPr>
          <p:cNvPr id="13" name="Picture Placeholder 12">
            <a:extLst>
              <a:ext uri="{FF2B5EF4-FFF2-40B4-BE49-F238E27FC236}">
                <a16:creationId xmlns:a16="http://schemas.microsoft.com/office/drawing/2014/main" id="{A7C1A2D5-585D-D659-6C5E-701C377585EC}"/>
              </a:ext>
            </a:extLst>
          </p:cNvPr>
          <p:cNvSpPr>
            <a:spLocks noGrp="1"/>
          </p:cNvSpPr>
          <p:nvPr>
            <p:ph type="pic" sz="quarter" idx="13"/>
          </p:nvPr>
        </p:nvSpPr>
        <p:spPr>
          <a:xfrm>
            <a:off x="623473" y="3864922"/>
            <a:ext cx="4114590" cy="2380304"/>
          </a:xfrm>
        </p:spPr>
        <p:txBody>
          <a:bodyPr/>
          <a:lstStyle/>
          <a:p>
            <a:r>
              <a:rPr lang="en-GB"/>
              <a:t>Click icon to add picture</a:t>
            </a:r>
            <a:endParaRPr lang="en-US"/>
          </a:p>
        </p:txBody>
      </p:sp>
    </p:spTree>
    <p:extLst>
      <p:ext uri="{BB962C8B-B14F-4D97-AF65-F5344CB8AC3E}">
        <p14:creationId xmlns:p14="http://schemas.microsoft.com/office/powerpoint/2010/main" val="220177353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 columns - light">
    <p:bg>
      <p:bgPr>
        <a:solidFill>
          <a:schemeClr val="tx2"/>
        </a:solidFill>
        <a:effectLst/>
      </p:bgPr>
    </p:bg>
    <p:spTree>
      <p:nvGrpSpPr>
        <p:cNvPr id="1" name=""/>
        <p:cNvGrpSpPr/>
        <p:nvPr/>
      </p:nvGrpSpPr>
      <p:grpSpPr>
        <a:xfrm>
          <a:off x="0" y="0"/>
          <a:ext cx="0" cy="0"/>
          <a:chOff x="0" y="0"/>
          <a:chExt cx="0" cy="0"/>
        </a:xfrm>
      </p:grpSpPr>
      <p:pic>
        <p:nvPicPr>
          <p:cNvPr id="2" name="Picture 1" descr="A white rectangular object with a black border&#10;&#10;Description automatically generated">
            <a:extLst>
              <a:ext uri="{FF2B5EF4-FFF2-40B4-BE49-F238E27FC236}">
                <a16:creationId xmlns:a16="http://schemas.microsoft.com/office/drawing/2014/main" id="{4CAD5602-9F38-37B3-4CED-885C3EA629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0" y="18000"/>
            <a:ext cx="12160000" cy="6840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sp>
        <p:nvSpPr>
          <p:cNvPr id="12" name="Body Level One…">
            <a:extLst>
              <a:ext uri="{FF2B5EF4-FFF2-40B4-BE49-F238E27FC236}">
                <a16:creationId xmlns:a16="http://schemas.microsoft.com/office/drawing/2014/main" id="{C1E701F8-4246-7C0F-B6BE-6BC06608396E}"/>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3" name="Body Level One…">
            <a:extLst>
              <a:ext uri="{FF2B5EF4-FFF2-40B4-BE49-F238E27FC236}">
                <a16:creationId xmlns:a16="http://schemas.microsoft.com/office/drawing/2014/main" id="{B6B3F73D-6151-BD10-C6CF-1641A8BF8ECC}"/>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208259767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ext - Dark ">
    <p:bg>
      <p:bgPr>
        <a:solidFill>
          <a:schemeClr val="bg1"/>
        </a:solidFill>
        <a:effectLst/>
      </p:bgPr>
    </p:bg>
    <p:spTree>
      <p:nvGrpSpPr>
        <p:cNvPr id="1" name=""/>
        <p:cNvGrpSpPr/>
        <p:nvPr/>
      </p:nvGrpSpPr>
      <p:grpSpPr>
        <a:xfrm>
          <a:off x="0" y="0"/>
          <a:ext cx="0" cy="0"/>
          <a:chOff x="0" y="0"/>
          <a:chExt cx="0" cy="0"/>
        </a:xfrm>
      </p:grpSpPr>
      <p:pic>
        <p:nvPicPr>
          <p:cNvPr id="3" name="Picture 2" descr="A black background with a light&#10;&#10;Description automatically generated">
            <a:extLst>
              <a:ext uri="{FF2B5EF4-FFF2-40B4-BE49-F238E27FC236}">
                <a16:creationId xmlns:a16="http://schemas.microsoft.com/office/drawing/2014/main" id="{600C29BC-F6F2-6F0D-065D-8EB38B50CCF9}"/>
              </a:ext>
            </a:extLst>
          </p:cNvPr>
          <p:cNvPicPr>
            <a:picLocks noChangeAspect="1"/>
          </p:cNvPicPr>
          <p:nvPr/>
        </p:nvPicPr>
        <p:blipFill>
          <a:blip r:embed="rId2"/>
          <a:stretch>
            <a:fillRect/>
          </a:stretch>
        </p:blipFill>
        <p:spPr>
          <a:xfrm>
            <a:off x="0" y="0"/>
            <a:ext cx="12192000" cy="6858000"/>
          </a:xfrm>
          <a:prstGeom prst="rect">
            <a:avLst/>
          </a:prstGeom>
        </p:spPr>
      </p:pic>
      <p:sp>
        <p:nvSpPr>
          <p:cNvPr id="2" name="Slide Number">
            <a:extLst>
              <a:ext uri="{FF2B5EF4-FFF2-40B4-BE49-F238E27FC236}">
                <a16:creationId xmlns:a16="http://schemas.microsoft.com/office/drawing/2014/main" id="{0F61A9EB-E1CF-E8FE-E8DB-7D06BEEEAEC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spTree>
    <p:extLst>
      <p:ext uri="{BB962C8B-B14F-4D97-AF65-F5344CB8AC3E}">
        <p14:creationId xmlns:p14="http://schemas.microsoft.com/office/powerpoint/2010/main" val="1633097259"/>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1_Text - Dark ">
    <p:bg>
      <p:bgPr>
        <a:solidFill>
          <a:schemeClr val="bg1"/>
        </a:solidFill>
        <a:effectLst/>
      </p:bgPr>
    </p:bg>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F61A9EB-E1CF-E8FE-E8DB-7D06BEEEAEC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fld id="{FDA686B4-C825-F04D-834E-959624A1D404}" type="slidenum">
              <a:rPr lang="en-US" smtClean="0"/>
              <a:t>‹#›</a:t>
            </a:fld>
            <a:endParaRPr lang="en-US"/>
          </a:p>
        </p:txBody>
      </p:sp>
    </p:spTree>
    <p:extLst>
      <p:ext uri="{BB962C8B-B14F-4D97-AF65-F5344CB8AC3E}">
        <p14:creationId xmlns:p14="http://schemas.microsoft.com/office/powerpoint/2010/main" val="336873282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New Section">
    <p:bg>
      <p:bgPr>
        <a:solidFill>
          <a:schemeClr val="bg2"/>
        </a:solidFill>
        <a:effectLst/>
      </p:bgPr>
    </p:bg>
    <p:spTree>
      <p:nvGrpSpPr>
        <p:cNvPr id="1" name=""/>
        <p:cNvGrpSpPr/>
        <p:nvPr/>
      </p:nvGrpSpPr>
      <p:grpSpPr>
        <a:xfrm>
          <a:off x="0" y="0"/>
          <a:ext cx="0" cy="0"/>
          <a:chOff x="0" y="0"/>
          <a:chExt cx="0" cy="0"/>
        </a:xfrm>
      </p:grpSpPr>
      <p:sp>
        <p:nvSpPr>
          <p:cNvPr id="45" name="New Section Title"/>
          <p:cNvSpPr txBox="1">
            <a:spLocks noGrp="1"/>
          </p:cNvSpPr>
          <p:nvPr>
            <p:ph type="title" hasCustomPrompt="1"/>
          </p:nvPr>
        </p:nvSpPr>
        <p:spPr>
          <a:xfrm>
            <a:off x="925246" y="4691601"/>
            <a:ext cx="7794860" cy="961481"/>
          </a:xfrm>
          <a:prstGeom prst="rect">
            <a:avLst/>
          </a:prstGeom>
        </p:spPr>
        <p:txBody>
          <a:bodyPr>
            <a:noAutofit/>
          </a:bodyPr>
          <a:lstStyle>
            <a:lvl1pPr algn="l">
              <a:lnSpc>
                <a:spcPct val="100000"/>
              </a:lnSpc>
              <a:defRPr sz="5400" b="0" i="0" spc="0">
                <a:latin typeface="Matter SQ" pitchFamily="2" charset="77"/>
                <a:ea typeface="Matter SQ" pitchFamily="2" charset="77"/>
                <a:cs typeface="Matter SQ" pitchFamily="2" charset="77"/>
                <a:sym typeface="Visuelt Pro Light"/>
              </a:defRPr>
            </a:lvl1pPr>
          </a:lstStyle>
          <a:p>
            <a:r>
              <a:t>New </a:t>
            </a:r>
            <a:r>
              <a:rPr lang="en-GB"/>
              <a:t>s</a:t>
            </a:r>
            <a:r>
              <a:rPr err="1"/>
              <a:t>ection</a:t>
            </a:r>
            <a:r>
              <a:t> </a:t>
            </a:r>
            <a:r>
              <a:rPr lang="en-GB"/>
              <a:t>t</a:t>
            </a:r>
            <a:r>
              <a:rPr err="1"/>
              <a:t>itle</a:t>
            </a:r>
            <a:endParaRPr/>
          </a:p>
        </p:txBody>
      </p:sp>
    </p:spTree>
    <p:extLst>
      <p:ext uri="{BB962C8B-B14F-4D97-AF65-F5344CB8AC3E}">
        <p14:creationId xmlns:p14="http://schemas.microsoft.com/office/powerpoint/2010/main" val="3563237772"/>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3 columns - Dark">
  <p:cSld name="3 columns - Dark">
    <p:bg>
      <p:bgPr>
        <a:solidFill>
          <a:srgbClr val="212133"/>
        </a:solidFill>
        <a:effectLst/>
      </p:bgPr>
    </p:bg>
    <p:spTree>
      <p:nvGrpSpPr>
        <p:cNvPr id="1" name="Shape 30"/>
        <p:cNvGrpSpPr/>
        <p:nvPr/>
      </p:nvGrpSpPr>
      <p:grpSpPr>
        <a:xfrm>
          <a:off x="0" y="0"/>
          <a:ext cx="0" cy="0"/>
          <a:chOff x="0" y="0"/>
          <a:chExt cx="0" cy="0"/>
        </a:xfrm>
      </p:grpSpPr>
      <p:pic>
        <p:nvPicPr>
          <p:cNvPr id="31" name="Google Shape;31;p6" descr="A black rectangular object with a black border&#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2" name="Google Shape;32;p6"/>
          <p:cNvSpPr txBox="1">
            <a:spLocks noGrp="1"/>
          </p:cNvSpPr>
          <p:nvPr>
            <p:ph type="sldNum" idx="12"/>
          </p:nvPr>
        </p:nvSpPr>
        <p:spPr>
          <a:xfrm>
            <a:off x="11067976" y="6419932"/>
            <a:ext cx="500000" cy="110800"/>
          </a:xfrm>
          <a:prstGeom prst="rect">
            <a:avLst/>
          </a:prstGeom>
          <a:noFill/>
          <a:ln>
            <a:noFill/>
          </a:ln>
        </p:spPr>
        <p:txBody>
          <a:bodyPr spcFirstLastPara="1" wrap="square" lIns="0" tIns="0" rIns="0" bIns="0" anchor="ctr" anchorCtr="0">
            <a:spAutoFit/>
          </a:bodyPr>
          <a:lstStyle>
            <a:lvl1pPr marL="0" lvl="0"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1pPr>
            <a:lvl2pPr marL="0" lvl="1"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2pPr>
            <a:lvl3pPr marL="0" lvl="2"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3pPr>
            <a:lvl4pPr marL="0" lvl="3"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4pPr>
            <a:lvl5pPr marL="0" lvl="4"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5pPr>
            <a:lvl6pPr marL="0" lvl="5"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6pPr>
            <a:lvl7pPr marL="0" lvl="6"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7pPr>
            <a:lvl8pPr marL="0" lvl="7"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8pPr>
            <a:lvl9pPr marL="0" lvl="8"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9pPr>
          </a:lstStyle>
          <a:p>
            <a:fld id="{FDA686B4-C825-F04D-834E-959624A1D404}" type="slidenum">
              <a:rPr lang="en-US" smtClean="0"/>
              <a:t>‹#›</a:t>
            </a:fld>
            <a:endParaRPr lang="en-US"/>
          </a:p>
        </p:txBody>
      </p:sp>
      <p:sp>
        <p:nvSpPr>
          <p:cNvPr id="33" name="Google Shape;33;p6"/>
          <p:cNvSpPr txBox="1">
            <a:spLocks noGrp="1"/>
          </p:cNvSpPr>
          <p:nvPr>
            <p:ph type="title"/>
          </p:nvPr>
        </p:nvSpPr>
        <p:spPr>
          <a:xfrm>
            <a:off x="623888" y="1207981"/>
            <a:ext cx="4105600" cy="211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700"/>
              <a:buFont typeface="Inter"/>
              <a:buNone/>
              <a:defRPr sz="3600" b="0" i="0">
                <a:solidFill>
                  <a:schemeClr val="lt1"/>
                </a:solidFill>
                <a:latin typeface="Inter"/>
                <a:ea typeface="Inter"/>
                <a:cs typeface="Inter"/>
                <a:sym typeface="Inter"/>
              </a:defRPr>
            </a:lvl1pPr>
            <a:lvl2pPr lvl="1" algn="l">
              <a:lnSpc>
                <a:spcPct val="100000"/>
              </a:lnSpc>
              <a:spcBef>
                <a:spcPts val="0"/>
              </a:spcBef>
              <a:spcAft>
                <a:spcPts val="0"/>
              </a:spcAft>
              <a:buClr>
                <a:srgbClr val="FDFFF3"/>
              </a:buClr>
              <a:buSzPts val="1400"/>
              <a:buNone/>
              <a:defRPr/>
            </a:lvl2pPr>
            <a:lvl3pPr lvl="2" algn="l">
              <a:lnSpc>
                <a:spcPct val="100000"/>
              </a:lnSpc>
              <a:spcBef>
                <a:spcPts val="0"/>
              </a:spcBef>
              <a:spcAft>
                <a:spcPts val="0"/>
              </a:spcAft>
              <a:buClr>
                <a:srgbClr val="FDFFF3"/>
              </a:buClr>
              <a:buSzPts val="1400"/>
              <a:buNone/>
              <a:defRPr/>
            </a:lvl3pPr>
            <a:lvl4pPr lvl="3" algn="l">
              <a:lnSpc>
                <a:spcPct val="100000"/>
              </a:lnSpc>
              <a:spcBef>
                <a:spcPts val="0"/>
              </a:spcBef>
              <a:spcAft>
                <a:spcPts val="0"/>
              </a:spcAft>
              <a:buClr>
                <a:srgbClr val="FDFFF3"/>
              </a:buClr>
              <a:buSzPts val="1400"/>
              <a:buNone/>
              <a:defRPr/>
            </a:lvl4pPr>
            <a:lvl5pPr lvl="4" algn="l">
              <a:lnSpc>
                <a:spcPct val="100000"/>
              </a:lnSpc>
              <a:spcBef>
                <a:spcPts val="0"/>
              </a:spcBef>
              <a:spcAft>
                <a:spcPts val="0"/>
              </a:spcAft>
              <a:buClr>
                <a:srgbClr val="FDFFF3"/>
              </a:buClr>
              <a:buSzPts val="1400"/>
              <a:buNone/>
              <a:defRPr/>
            </a:lvl5pPr>
            <a:lvl6pPr lvl="5" algn="l">
              <a:lnSpc>
                <a:spcPct val="100000"/>
              </a:lnSpc>
              <a:spcBef>
                <a:spcPts val="0"/>
              </a:spcBef>
              <a:spcAft>
                <a:spcPts val="0"/>
              </a:spcAft>
              <a:buClr>
                <a:srgbClr val="FDFFF3"/>
              </a:buClr>
              <a:buSzPts val="1400"/>
              <a:buNone/>
              <a:defRPr/>
            </a:lvl6pPr>
            <a:lvl7pPr lvl="6" algn="l">
              <a:lnSpc>
                <a:spcPct val="100000"/>
              </a:lnSpc>
              <a:spcBef>
                <a:spcPts val="0"/>
              </a:spcBef>
              <a:spcAft>
                <a:spcPts val="0"/>
              </a:spcAft>
              <a:buClr>
                <a:srgbClr val="FDFFF3"/>
              </a:buClr>
              <a:buSzPts val="1400"/>
              <a:buNone/>
              <a:defRPr/>
            </a:lvl7pPr>
            <a:lvl8pPr lvl="7" algn="l">
              <a:lnSpc>
                <a:spcPct val="100000"/>
              </a:lnSpc>
              <a:spcBef>
                <a:spcPts val="0"/>
              </a:spcBef>
              <a:spcAft>
                <a:spcPts val="0"/>
              </a:spcAft>
              <a:buClr>
                <a:srgbClr val="FDFFF3"/>
              </a:buClr>
              <a:buSzPts val="1400"/>
              <a:buNone/>
              <a:defRPr/>
            </a:lvl8pPr>
            <a:lvl9pPr lvl="8" algn="l">
              <a:lnSpc>
                <a:spcPct val="100000"/>
              </a:lnSpc>
              <a:spcBef>
                <a:spcPts val="0"/>
              </a:spcBef>
              <a:spcAft>
                <a:spcPts val="0"/>
              </a:spcAft>
              <a:buClr>
                <a:srgbClr val="FDFFF3"/>
              </a:buClr>
              <a:buSzPts val="1400"/>
              <a:buNone/>
              <a:defRPr/>
            </a:lvl9pPr>
          </a:lstStyle>
          <a:p>
            <a:r>
              <a:rPr lang="en-GB"/>
              <a:t>Click to edit Master title style</a:t>
            </a:r>
            <a:endParaRPr/>
          </a:p>
        </p:txBody>
      </p:sp>
      <p:sp>
        <p:nvSpPr>
          <p:cNvPr id="34" name="Google Shape;34;p6"/>
          <p:cNvSpPr txBox="1">
            <a:spLocks noGrp="1"/>
          </p:cNvSpPr>
          <p:nvPr>
            <p:ph type="body" idx="1"/>
          </p:nvPr>
        </p:nvSpPr>
        <p:spPr>
          <a:xfrm>
            <a:off x="623888" y="341907"/>
            <a:ext cx="1429200" cy="24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dk2"/>
              </a:buClr>
              <a:buSzPts val="600"/>
              <a:buNone/>
              <a:defRPr sz="800">
                <a:solidFill>
                  <a:schemeClr val="dk2"/>
                </a:solidFill>
              </a:defRPr>
            </a:lvl1pPr>
            <a:lvl2pPr marL="1219170" lvl="1" indent="-423323" algn="l">
              <a:lnSpc>
                <a:spcPct val="114000"/>
              </a:lnSpc>
              <a:spcBef>
                <a:spcPts val="800"/>
              </a:spcBef>
              <a:spcAft>
                <a:spcPts val="0"/>
              </a:spcAft>
              <a:buClr>
                <a:schemeClr val="dk1"/>
              </a:buClr>
              <a:buSzPts val="1400"/>
              <a:buChar char="•"/>
              <a:defRPr/>
            </a:lvl2pPr>
            <a:lvl3pPr marL="1828754" lvl="2" indent="-423323" algn="l">
              <a:lnSpc>
                <a:spcPct val="114000"/>
              </a:lnSpc>
              <a:spcBef>
                <a:spcPts val="800"/>
              </a:spcBef>
              <a:spcAft>
                <a:spcPts val="0"/>
              </a:spcAft>
              <a:buClr>
                <a:schemeClr val="dk1"/>
              </a:buClr>
              <a:buSzPts val="1400"/>
              <a:buChar char="•"/>
              <a:defRPr/>
            </a:lvl3pPr>
            <a:lvl4pPr marL="2438339" lvl="3" indent="-423323" algn="l">
              <a:lnSpc>
                <a:spcPct val="114000"/>
              </a:lnSpc>
              <a:spcBef>
                <a:spcPts val="800"/>
              </a:spcBef>
              <a:spcAft>
                <a:spcPts val="0"/>
              </a:spcAft>
              <a:buClr>
                <a:schemeClr val="dk1"/>
              </a:buClr>
              <a:buSzPts val="1400"/>
              <a:buChar char="•"/>
              <a:defRPr/>
            </a:lvl4pPr>
            <a:lvl5pPr marL="3047924" lvl="4" indent="-423323" algn="l">
              <a:lnSpc>
                <a:spcPct val="114000"/>
              </a:lnSpc>
              <a:spcBef>
                <a:spcPts val="800"/>
              </a:spcBef>
              <a:spcAft>
                <a:spcPts val="0"/>
              </a:spcAft>
              <a:buClr>
                <a:schemeClr val="dk1"/>
              </a:buClr>
              <a:buSzPts val="1400"/>
              <a:buChar char="•"/>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35" name="Google Shape;35;p6"/>
          <p:cNvSpPr txBox="1">
            <a:spLocks noGrp="1"/>
          </p:cNvSpPr>
          <p:nvPr>
            <p:ph type="body" idx="2"/>
          </p:nvPr>
        </p:nvSpPr>
        <p:spPr>
          <a:xfrm>
            <a:off x="2480400" y="341907"/>
            <a:ext cx="2876800" cy="24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1"/>
              </a:buClr>
              <a:buSzPts val="600"/>
              <a:buNone/>
              <a:defRPr sz="800">
                <a:solidFill>
                  <a:schemeClr val="lt1"/>
                </a:solidFill>
              </a:defRPr>
            </a:lvl1pPr>
            <a:lvl2pPr marL="1219170" lvl="1" indent="-423323" algn="l">
              <a:lnSpc>
                <a:spcPct val="114000"/>
              </a:lnSpc>
              <a:spcBef>
                <a:spcPts val="800"/>
              </a:spcBef>
              <a:spcAft>
                <a:spcPts val="0"/>
              </a:spcAft>
              <a:buClr>
                <a:schemeClr val="dk1"/>
              </a:buClr>
              <a:buSzPts val="1400"/>
              <a:buChar char="•"/>
              <a:defRPr/>
            </a:lvl2pPr>
            <a:lvl3pPr marL="1828754" lvl="2" indent="-423323" algn="l">
              <a:lnSpc>
                <a:spcPct val="114000"/>
              </a:lnSpc>
              <a:spcBef>
                <a:spcPts val="800"/>
              </a:spcBef>
              <a:spcAft>
                <a:spcPts val="0"/>
              </a:spcAft>
              <a:buClr>
                <a:schemeClr val="dk1"/>
              </a:buClr>
              <a:buSzPts val="1400"/>
              <a:buChar char="•"/>
              <a:defRPr/>
            </a:lvl3pPr>
            <a:lvl4pPr marL="2438339" lvl="3" indent="-423323" algn="l">
              <a:lnSpc>
                <a:spcPct val="114000"/>
              </a:lnSpc>
              <a:spcBef>
                <a:spcPts val="800"/>
              </a:spcBef>
              <a:spcAft>
                <a:spcPts val="0"/>
              </a:spcAft>
              <a:buClr>
                <a:schemeClr val="dk1"/>
              </a:buClr>
              <a:buSzPts val="1400"/>
              <a:buChar char="•"/>
              <a:defRPr/>
            </a:lvl4pPr>
            <a:lvl5pPr marL="3047924" lvl="4" indent="-423323" algn="l">
              <a:lnSpc>
                <a:spcPct val="114000"/>
              </a:lnSpc>
              <a:spcBef>
                <a:spcPts val="800"/>
              </a:spcBef>
              <a:spcAft>
                <a:spcPts val="0"/>
              </a:spcAft>
              <a:buClr>
                <a:schemeClr val="dk1"/>
              </a:buClr>
              <a:buSzPts val="1400"/>
              <a:buChar char="•"/>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36" name="Google Shape;36;p6"/>
          <p:cNvSpPr txBox="1">
            <a:spLocks noGrp="1"/>
          </p:cNvSpPr>
          <p:nvPr>
            <p:ph type="body" idx="3"/>
          </p:nvPr>
        </p:nvSpPr>
        <p:spPr>
          <a:xfrm>
            <a:off x="623888" y="4182092"/>
            <a:ext cx="2550800" cy="87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1"/>
              </a:buClr>
              <a:buSzPts val="900"/>
              <a:buNone/>
              <a:defRPr sz="1200">
                <a:solidFill>
                  <a:schemeClr val="lt1"/>
                </a:solidFill>
              </a:defRPr>
            </a:lvl1pPr>
            <a:lvl2pPr marL="1219170" lvl="1" indent="-304792" algn="l">
              <a:lnSpc>
                <a:spcPct val="114000"/>
              </a:lnSpc>
              <a:spcBef>
                <a:spcPts val="800"/>
              </a:spcBef>
              <a:spcAft>
                <a:spcPts val="0"/>
              </a:spcAft>
              <a:buClr>
                <a:schemeClr val="lt1"/>
              </a:buClr>
              <a:buSzPts val="900"/>
              <a:buNone/>
              <a:defRPr sz="1200">
                <a:solidFill>
                  <a:schemeClr val="lt1"/>
                </a:solidFill>
              </a:defRPr>
            </a:lvl2pPr>
            <a:lvl3pPr marL="1828754" lvl="2" indent="-304792" algn="l">
              <a:lnSpc>
                <a:spcPct val="114000"/>
              </a:lnSpc>
              <a:spcBef>
                <a:spcPts val="800"/>
              </a:spcBef>
              <a:spcAft>
                <a:spcPts val="0"/>
              </a:spcAft>
              <a:buClr>
                <a:schemeClr val="lt1"/>
              </a:buClr>
              <a:buSzPts val="900"/>
              <a:buNone/>
              <a:defRPr sz="1200">
                <a:solidFill>
                  <a:schemeClr val="lt1"/>
                </a:solidFill>
              </a:defRPr>
            </a:lvl3pPr>
            <a:lvl4pPr marL="2438339" lvl="3" indent="-304792" algn="l">
              <a:lnSpc>
                <a:spcPct val="114000"/>
              </a:lnSpc>
              <a:spcBef>
                <a:spcPts val="800"/>
              </a:spcBef>
              <a:spcAft>
                <a:spcPts val="0"/>
              </a:spcAft>
              <a:buClr>
                <a:schemeClr val="lt1"/>
              </a:buClr>
              <a:buSzPts val="900"/>
              <a:buNone/>
              <a:defRPr sz="1200">
                <a:solidFill>
                  <a:schemeClr val="lt1"/>
                </a:solidFill>
              </a:defRPr>
            </a:lvl4pPr>
            <a:lvl5pPr marL="3047924" lvl="4" indent="-304792" algn="l">
              <a:lnSpc>
                <a:spcPct val="114000"/>
              </a:lnSpc>
              <a:spcBef>
                <a:spcPts val="800"/>
              </a:spcBef>
              <a:spcAft>
                <a:spcPts val="0"/>
              </a:spcAft>
              <a:buClr>
                <a:schemeClr val="lt1"/>
              </a:buClr>
              <a:buSzPts val="900"/>
              <a:buNone/>
              <a:defRPr sz="1200">
                <a:solidFill>
                  <a:schemeClr val="lt1"/>
                </a:solidFill>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37" name="Google Shape;37;p6"/>
          <p:cNvSpPr txBox="1">
            <a:spLocks noGrp="1"/>
          </p:cNvSpPr>
          <p:nvPr>
            <p:ph type="body" idx="4"/>
          </p:nvPr>
        </p:nvSpPr>
        <p:spPr>
          <a:xfrm>
            <a:off x="4327721" y="4182092"/>
            <a:ext cx="2550800" cy="87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1"/>
              </a:buClr>
              <a:buSzPts val="900"/>
              <a:buNone/>
              <a:defRPr sz="1200">
                <a:solidFill>
                  <a:schemeClr val="lt1"/>
                </a:solidFill>
              </a:defRPr>
            </a:lvl1pPr>
            <a:lvl2pPr marL="1219170" lvl="1" indent="-304792" algn="l">
              <a:lnSpc>
                <a:spcPct val="114000"/>
              </a:lnSpc>
              <a:spcBef>
                <a:spcPts val="800"/>
              </a:spcBef>
              <a:spcAft>
                <a:spcPts val="0"/>
              </a:spcAft>
              <a:buClr>
                <a:schemeClr val="lt1"/>
              </a:buClr>
              <a:buSzPts val="900"/>
              <a:buNone/>
              <a:defRPr sz="1200">
                <a:solidFill>
                  <a:schemeClr val="lt1"/>
                </a:solidFill>
              </a:defRPr>
            </a:lvl2pPr>
            <a:lvl3pPr marL="1828754" lvl="2" indent="-304792" algn="l">
              <a:lnSpc>
                <a:spcPct val="114000"/>
              </a:lnSpc>
              <a:spcBef>
                <a:spcPts val="800"/>
              </a:spcBef>
              <a:spcAft>
                <a:spcPts val="0"/>
              </a:spcAft>
              <a:buClr>
                <a:schemeClr val="lt1"/>
              </a:buClr>
              <a:buSzPts val="900"/>
              <a:buNone/>
              <a:defRPr sz="1200">
                <a:solidFill>
                  <a:schemeClr val="lt1"/>
                </a:solidFill>
              </a:defRPr>
            </a:lvl3pPr>
            <a:lvl4pPr marL="2438339" lvl="3" indent="-304792" algn="l">
              <a:lnSpc>
                <a:spcPct val="114000"/>
              </a:lnSpc>
              <a:spcBef>
                <a:spcPts val="800"/>
              </a:spcBef>
              <a:spcAft>
                <a:spcPts val="0"/>
              </a:spcAft>
              <a:buClr>
                <a:schemeClr val="lt1"/>
              </a:buClr>
              <a:buSzPts val="900"/>
              <a:buNone/>
              <a:defRPr sz="1200">
                <a:solidFill>
                  <a:schemeClr val="lt1"/>
                </a:solidFill>
              </a:defRPr>
            </a:lvl4pPr>
            <a:lvl5pPr marL="3047924" lvl="4" indent="-304792" algn="l">
              <a:lnSpc>
                <a:spcPct val="114000"/>
              </a:lnSpc>
              <a:spcBef>
                <a:spcPts val="800"/>
              </a:spcBef>
              <a:spcAft>
                <a:spcPts val="0"/>
              </a:spcAft>
              <a:buClr>
                <a:schemeClr val="lt1"/>
              </a:buClr>
              <a:buSzPts val="900"/>
              <a:buNone/>
              <a:defRPr sz="1200">
                <a:solidFill>
                  <a:schemeClr val="lt1"/>
                </a:solidFill>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38" name="Google Shape;38;p6"/>
          <p:cNvSpPr txBox="1">
            <a:spLocks noGrp="1"/>
          </p:cNvSpPr>
          <p:nvPr>
            <p:ph type="body" idx="5"/>
          </p:nvPr>
        </p:nvSpPr>
        <p:spPr>
          <a:xfrm>
            <a:off x="8031555" y="4182092"/>
            <a:ext cx="2550800" cy="87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1"/>
              </a:buClr>
              <a:buSzPts val="900"/>
              <a:buNone/>
              <a:defRPr sz="1200">
                <a:solidFill>
                  <a:schemeClr val="lt1"/>
                </a:solidFill>
              </a:defRPr>
            </a:lvl1pPr>
            <a:lvl2pPr marL="1219170" lvl="1" indent="-304792" algn="l">
              <a:lnSpc>
                <a:spcPct val="114000"/>
              </a:lnSpc>
              <a:spcBef>
                <a:spcPts val="800"/>
              </a:spcBef>
              <a:spcAft>
                <a:spcPts val="0"/>
              </a:spcAft>
              <a:buClr>
                <a:schemeClr val="lt1"/>
              </a:buClr>
              <a:buSzPts val="900"/>
              <a:buNone/>
              <a:defRPr sz="1200">
                <a:solidFill>
                  <a:schemeClr val="lt1"/>
                </a:solidFill>
              </a:defRPr>
            </a:lvl2pPr>
            <a:lvl3pPr marL="1828754" lvl="2" indent="-304792" algn="l">
              <a:lnSpc>
                <a:spcPct val="114000"/>
              </a:lnSpc>
              <a:spcBef>
                <a:spcPts val="800"/>
              </a:spcBef>
              <a:spcAft>
                <a:spcPts val="0"/>
              </a:spcAft>
              <a:buClr>
                <a:schemeClr val="lt1"/>
              </a:buClr>
              <a:buSzPts val="900"/>
              <a:buNone/>
              <a:defRPr sz="1200">
                <a:solidFill>
                  <a:schemeClr val="lt1"/>
                </a:solidFill>
              </a:defRPr>
            </a:lvl3pPr>
            <a:lvl4pPr marL="2438339" lvl="3" indent="-304792" algn="l">
              <a:lnSpc>
                <a:spcPct val="114000"/>
              </a:lnSpc>
              <a:spcBef>
                <a:spcPts val="800"/>
              </a:spcBef>
              <a:spcAft>
                <a:spcPts val="0"/>
              </a:spcAft>
              <a:buClr>
                <a:schemeClr val="lt1"/>
              </a:buClr>
              <a:buSzPts val="900"/>
              <a:buNone/>
              <a:defRPr sz="1200">
                <a:solidFill>
                  <a:schemeClr val="lt1"/>
                </a:solidFill>
              </a:defRPr>
            </a:lvl4pPr>
            <a:lvl5pPr marL="3047924" lvl="4" indent="-304792" algn="l">
              <a:lnSpc>
                <a:spcPct val="114000"/>
              </a:lnSpc>
              <a:spcBef>
                <a:spcPts val="800"/>
              </a:spcBef>
              <a:spcAft>
                <a:spcPts val="0"/>
              </a:spcAft>
              <a:buClr>
                <a:schemeClr val="lt1"/>
              </a:buClr>
              <a:buSzPts val="900"/>
              <a:buNone/>
              <a:defRPr sz="1200">
                <a:solidFill>
                  <a:schemeClr val="lt1"/>
                </a:solidFill>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Tree>
    <p:extLst>
      <p:ext uri="{BB962C8B-B14F-4D97-AF65-F5344CB8AC3E}">
        <p14:creationId xmlns:p14="http://schemas.microsoft.com/office/powerpoint/2010/main" val="309731489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46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ext - dark">
  <p:cSld name="Text - dark">
    <p:bg>
      <p:bgPr>
        <a:solidFill>
          <a:srgbClr val="212133"/>
        </a:solidFill>
        <a:effectLst/>
      </p:bgPr>
    </p:bg>
    <p:spTree>
      <p:nvGrpSpPr>
        <p:cNvPr id="1" name="Shape 21"/>
        <p:cNvGrpSpPr/>
        <p:nvPr/>
      </p:nvGrpSpPr>
      <p:grpSpPr>
        <a:xfrm>
          <a:off x="0" y="0"/>
          <a:ext cx="0" cy="0"/>
          <a:chOff x="0" y="0"/>
          <a:chExt cx="0" cy="0"/>
        </a:xfrm>
      </p:grpSpPr>
      <p:pic>
        <p:nvPicPr>
          <p:cNvPr id="22" name="Google Shape;22;p4" descr="A black rectangular object with a black border&#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3" name="Google Shape;23;p4"/>
          <p:cNvSpPr txBox="1">
            <a:spLocks noGrp="1"/>
          </p:cNvSpPr>
          <p:nvPr>
            <p:ph type="body" idx="1"/>
          </p:nvPr>
        </p:nvSpPr>
        <p:spPr>
          <a:xfrm>
            <a:off x="623888" y="4654703"/>
            <a:ext cx="2505600" cy="87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2"/>
              </a:buClr>
              <a:buSzPts val="900"/>
              <a:buNone/>
              <a:defRPr sz="1200">
                <a:solidFill>
                  <a:schemeClr val="lt2"/>
                </a:solidFill>
              </a:defRPr>
            </a:lvl1pPr>
            <a:lvl2pPr marL="1219170" lvl="1" indent="-304792" algn="l">
              <a:lnSpc>
                <a:spcPct val="114000"/>
              </a:lnSpc>
              <a:spcBef>
                <a:spcPts val="800"/>
              </a:spcBef>
              <a:spcAft>
                <a:spcPts val="0"/>
              </a:spcAft>
              <a:buClr>
                <a:schemeClr val="lt2"/>
              </a:buClr>
              <a:buSzPts val="900"/>
              <a:buNone/>
              <a:defRPr sz="1200">
                <a:solidFill>
                  <a:schemeClr val="lt2"/>
                </a:solidFill>
              </a:defRPr>
            </a:lvl2pPr>
            <a:lvl3pPr marL="1828754" lvl="2" indent="-304792" algn="l">
              <a:lnSpc>
                <a:spcPct val="114000"/>
              </a:lnSpc>
              <a:spcBef>
                <a:spcPts val="800"/>
              </a:spcBef>
              <a:spcAft>
                <a:spcPts val="0"/>
              </a:spcAft>
              <a:buClr>
                <a:schemeClr val="lt2"/>
              </a:buClr>
              <a:buSzPts val="900"/>
              <a:buNone/>
              <a:defRPr sz="1200">
                <a:solidFill>
                  <a:schemeClr val="lt2"/>
                </a:solidFill>
              </a:defRPr>
            </a:lvl3pPr>
            <a:lvl4pPr marL="2438339" lvl="3" indent="-304792" algn="l">
              <a:lnSpc>
                <a:spcPct val="114000"/>
              </a:lnSpc>
              <a:spcBef>
                <a:spcPts val="800"/>
              </a:spcBef>
              <a:spcAft>
                <a:spcPts val="0"/>
              </a:spcAft>
              <a:buClr>
                <a:schemeClr val="lt2"/>
              </a:buClr>
              <a:buSzPts val="900"/>
              <a:buNone/>
              <a:defRPr sz="1200">
                <a:solidFill>
                  <a:schemeClr val="lt2"/>
                </a:solidFill>
              </a:defRPr>
            </a:lvl4pPr>
            <a:lvl5pPr marL="3047924" lvl="4" indent="-304792" algn="l">
              <a:lnSpc>
                <a:spcPct val="114000"/>
              </a:lnSpc>
              <a:spcBef>
                <a:spcPts val="800"/>
              </a:spcBef>
              <a:spcAft>
                <a:spcPts val="0"/>
              </a:spcAft>
              <a:buClr>
                <a:schemeClr val="lt2"/>
              </a:buClr>
              <a:buSzPts val="900"/>
              <a:buNone/>
              <a:defRPr sz="1200">
                <a:solidFill>
                  <a:schemeClr val="lt2"/>
                </a:solidFill>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24" name="Google Shape;24;p4"/>
          <p:cNvSpPr txBox="1">
            <a:spLocks noGrp="1"/>
          </p:cNvSpPr>
          <p:nvPr>
            <p:ph type="sldNum" idx="12"/>
          </p:nvPr>
        </p:nvSpPr>
        <p:spPr>
          <a:xfrm>
            <a:off x="11067976" y="6419932"/>
            <a:ext cx="500000" cy="110800"/>
          </a:xfrm>
          <a:prstGeom prst="rect">
            <a:avLst/>
          </a:prstGeom>
          <a:noFill/>
          <a:ln>
            <a:noFill/>
          </a:ln>
        </p:spPr>
        <p:txBody>
          <a:bodyPr spcFirstLastPara="1" wrap="square" lIns="0" tIns="0" rIns="0" bIns="0" anchor="ctr" anchorCtr="0">
            <a:spAutoFit/>
          </a:bodyPr>
          <a:lstStyle>
            <a:lvl1pPr marL="0" lvl="0"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1pPr>
            <a:lvl2pPr marL="0" lvl="1"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2pPr>
            <a:lvl3pPr marL="0" lvl="2"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3pPr>
            <a:lvl4pPr marL="0" lvl="3"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4pPr>
            <a:lvl5pPr marL="0" lvl="4"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5pPr>
            <a:lvl6pPr marL="0" lvl="5"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6pPr>
            <a:lvl7pPr marL="0" lvl="6"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7pPr>
            <a:lvl8pPr marL="0" lvl="7"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8pPr>
            <a:lvl9pPr marL="0" lvl="8"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9pPr>
          </a:lstStyle>
          <a:p>
            <a:fld id="{FDA686B4-C825-F04D-834E-959624A1D404}" type="slidenum">
              <a:rPr lang="en-US" smtClean="0"/>
              <a:t>‹#›</a:t>
            </a:fld>
            <a:endParaRPr lang="en-US"/>
          </a:p>
        </p:txBody>
      </p:sp>
      <p:sp>
        <p:nvSpPr>
          <p:cNvPr id="25" name="Google Shape;25;p4"/>
          <p:cNvSpPr txBox="1">
            <a:spLocks noGrp="1"/>
          </p:cNvSpPr>
          <p:nvPr>
            <p:ph type="title"/>
          </p:nvPr>
        </p:nvSpPr>
        <p:spPr>
          <a:xfrm>
            <a:off x="623888" y="1207981"/>
            <a:ext cx="4105600" cy="211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700"/>
              <a:buFont typeface="Inter"/>
              <a:buNone/>
              <a:defRPr sz="3600" b="0" i="0">
                <a:solidFill>
                  <a:schemeClr val="lt1"/>
                </a:solidFill>
                <a:latin typeface="Inter"/>
                <a:ea typeface="Inter"/>
                <a:cs typeface="Inter"/>
                <a:sym typeface="Inter"/>
              </a:defRPr>
            </a:lvl1pPr>
            <a:lvl2pPr lvl="1" algn="l">
              <a:lnSpc>
                <a:spcPct val="100000"/>
              </a:lnSpc>
              <a:spcBef>
                <a:spcPts val="0"/>
              </a:spcBef>
              <a:spcAft>
                <a:spcPts val="0"/>
              </a:spcAft>
              <a:buClr>
                <a:srgbClr val="FDFFF3"/>
              </a:buClr>
              <a:buSzPts val="1400"/>
              <a:buNone/>
              <a:defRPr/>
            </a:lvl2pPr>
            <a:lvl3pPr lvl="2" algn="l">
              <a:lnSpc>
                <a:spcPct val="100000"/>
              </a:lnSpc>
              <a:spcBef>
                <a:spcPts val="0"/>
              </a:spcBef>
              <a:spcAft>
                <a:spcPts val="0"/>
              </a:spcAft>
              <a:buClr>
                <a:srgbClr val="FDFFF3"/>
              </a:buClr>
              <a:buSzPts val="1400"/>
              <a:buNone/>
              <a:defRPr/>
            </a:lvl3pPr>
            <a:lvl4pPr lvl="3" algn="l">
              <a:lnSpc>
                <a:spcPct val="100000"/>
              </a:lnSpc>
              <a:spcBef>
                <a:spcPts val="0"/>
              </a:spcBef>
              <a:spcAft>
                <a:spcPts val="0"/>
              </a:spcAft>
              <a:buClr>
                <a:srgbClr val="FDFFF3"/>
              </a:buClr>
              <a:buSzPts val="1400"/>
              <a:buNone/>
              <a:defRPr/>
            </a:lvl4pPr>
            <a:lvl5pPr lvl="4" algn="l">
              <a:lnSpc>
                <a:spcPct val="100000"/>
              </a:lnSpc>
              <a:spcBef>
                <a:spcPts val="0"/>
              </a:spcBef>
              <a:spcAft>
                <a:spcPts val="0"/>
              </a:spcAft>
              <a:buClr>
                <a:srgbClr val="FDFFF3"/>
              </a:buClr>
              <a:buSzPts val="1400"/>
              <a:buNone/>
              <a:defRPr/>
            </a:lvl5pPr>
            <a:lvl6pPr lvl="5" algn="l">
              <a:lnSpc>
                <a:spcPct val="100000"/>
              </a:lnSpc>
              <a:spcBef>
                <a:spcPts val="0"/>
              </a:spcBef>
              <a:spcAft>
                <a:spcPts val="0"/>
              </a:spcAft>
              <a:buClr>
                <a:srgbClr val="FDFFF3"/>
              </a:buClr>
              <a:buSzPts val="1400"/>
              <a:buNone/>
              <a:defRPr/>
            </a:lvl6pPr>
            <a:lvl7pPr lvl="6" algn="l">
              <a:lnSpc>
                <a:spcPct val="100000"/>
              </a:lnSpc>
              <a:spcBef>
                <a:spcPts val="0"/>
              </a:spcBef>
              <a:spcAft>
                <a:spcPts val="0"/>
              </a:spcAft>
              <a:buClr>
                <a:srgbClr val="FDFFF3"/>
              </a:buClr>
              <a:buSzPts val="1400"/>
              <a:buNone/>
              <a:defRPr/>
            </a:lvl7pPr>
            <a:lvl8pPr lvl="7" algn="l">
              <a:lnSpc>
                <a:spcPct val="100000"/>
              </a:lnSpc>
              <a:spcBef>
                <a:spcPts val="0"/>
              </a:spcBef>
              <a:spcAft>
                <a:spcPts val="0"/>
              </a:spcAft>
              <a:buClr>
                <a:srgbClr val="FDFFF3"/>
              </a:buClr>
              <a:buSzPts val="1400"/>
              <a:buNone/>
              <a:defRPr/>
            </a:lvl8pPr>
            <a:lvl9pPr lvl="8" algn="l">
              <a:lnSpc>
                <a:spcPct val="100000"/>
              </a:lnSpc>
              <a:spcBef>
                <a:spcPts val="0"/>
              </a:spcBef>
              <a:spcAft>
                <a:spcPts val="0"/>
              </a:spcAft>
              <a:buClr>
                <a:srgbClr val="FDFFF3"/>
              </a:buClr>
              <a:buSzPts val="1400"/>
              <a:buNone/>
              <a:defRPr/>
            </a:lvl9pPr>
          </a:lstStyle>
          <a:p>
            <a:r>
              <a:rPr lang="en-GB"/>
              <a:t>Click to edit Master title style</a:t>
            </a:r>
            <a:endParaRPr/>
          </a:p>
        </p:txBody>
      </p:sp>
      <p:sp>
        <p:nvSpPr>
          <p:cNvPr id="26" name="Google Shape;26;p4"/>
          <p:cNvSpPr txBox="1">
            <a:spLocks noGrp="1"/>
          </p:cNvSpPr>
          <p:nvPr>
            <p:ph type="body" idx="2"/>
          </p:nvPr>
        </p:nvSpPr>
        <p:spPr>
          <a:xfrm>
            <a:off x="623888" y="341907"/>
            <a:ext cx="1429200" cy="24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dk2"/>
              </a:buClr>
              <a:buSzPts val="600"/>
              <a:buNone/>
              <a:defRPr sz="800">
                <a:solidFill>
                  <a:schemeClr val="dk2"/>
                </a:solidFill>
              </a:defRPr>
            </a:lvl1pPr>
            <a:lvl2pPr marL="1219170" lvl="1" indent="-423323" algn="l">
              <a:lnSpc>
                <a:spcPct val="114000"/>
              </a:lnSpc>
              <a:spcBef>
                <a:spcPts val="800"/>
              </a:spcBef>
              <a:spcAft>
                <a:spcPts val="0"/>
              </a:spcAft>
              <a:buClr>
                <a:schemeClr val="dk1"/>
              </a:buClr>
              <a:buSzPts val="1400"/>
              <a:buChar char="•"/>
              <a:defRPr/>
            </a:lvl2pPr>
            <a:lvl3pPr marL="1828754" lvl="2" indent="-423323" algn="l">
              <a:lnSpc>
                <a:spcPct val="114000"/>
              </a:lnSpc>
              <a:spcBef>
                <a:spcPts val="800"/>
              </a:spcBef>
              <a:spcAft>
                <a:spcPts val="0"/>
              </a:spcAft>
              <a:buClr>
                <a:schemeClr val="dk1"/>
              </a:buClr>
              <a:buSzPts val="1400"/>
              <a:buChar char="•"/>
              <a:defRPr/>
            </a:lvl3pPr>
            <a:lvl4pPr marL="2438339" lvl="3" indent="-423323" algn="l">
              <a:lnSpc>
                <a:spcPct val="114000"/>
              </a:lnSpc>
              <a:spcBef>
                <a:spcPts val="800"/>
              </a:spcBef>
              <a:spcAft>
                <a:spcPts val="0"/>
              </a:spcAft>
              <a:buClr>
                <a:schemeClr val="dk1"/>
              </a:buClr>
              <a:buSzPts val="1400"/>
              <a:buChar char="•"/>
              <a:defRPr/>
            </a:lvl4pPr>
            <a:lvl5pPr marL="3047924" lvl="4" indent="-423323" algn="l">
              <a:lnSpc>
                <a:spcPct val="114000"/>
              </a:lnSpc>
              <a:spcBef>
                <a:spcPts val="800"/>
              </a:spcBef>
              <a:spcAft>
                <a:spcPts val="0"/>
              </a:spcAft>
              <a:buClr>
                <a:schemeClr val="dk1"/>
              </a:buClr>
              <a:buSzPts val="1400"/>
              <a:buChar char="•"/>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27" name="Google Shape;27;p4"/>
          <p:cNvSpPr txBox="1">
            <a:spLocks noGrp="1"/>
          </p:cNvSpPr>
          <p:nvPr>
            <p:ph type="body" idx="3"/>
          </p:nvPr>
        </p:nvSpPr>
        <p:spPr>
          <a:xfrm>
            <a:off x="2480400" y="341907"/>
            <a:ext cx="2876800" cy="24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1"/>
              </a:buClr>
              <a:buSzPts val="600"/>
              <a:buNone/>
              <a:defRPr sz="800">
                <a:solidFill>
                  <a:schemeClr val="lt1"/>
                </a:solidFill>
              </a:defRPr>
            </a:lvl1pPr>
            <a:lvl2pPr marL="1219170" lvl="1" indent="-423323" algn="l">
              <a:lnSpc>
                <a:spcPct val="114000"/>
              </a:lnSpc>
              <a:spcBef>
                <a:spcPts val="800"/>
              </a:spcBef>
              <a:spcAft>
                <a:spcPts val="0"/>
              </a:spcAft>
              <a:buClr>
                <a:schemeClr val="dk1"/>
              </a:buClr>
              <a:buSzPts val="1400"/>
              <a:buChar char="•"/>
              <a:defRPr/>
            </a:lvl2pPr>
            <a:lvl3pPr marL="1828754" lvl="2" indent="-423323" algn="l">
              <a:lnSpc>
                <a:spcPct val="114000"/>
              </a:lnSpc>
              <a:spcBef>
                <a:spcPts val="800"/>
              </a:spcBef>
              <a:spcAft>
                <a:spcPts val="0"/>
              </a:spcAft>
              <a:buClr>
                <a:schemeClr val="dk1"/>
              </a:buClr>
              <a:buSzPts val="1400"/>
              <a:buChar char="•"/>
              <a:defRPr/>
            </a:lvl3pPr>
            <a:lvl4pPr marL="2438339" lvl="3" indent="-423323" algn="l">
              <a:lnSpc>
                <a:spcPct val="114000"/>
              </a:lnSpc>
              <a:spcBef>
                <a:spcPts val="800"/>
              </a:spcBef>
              <a:spcAft>
                <a:spcPts val="0"/>
              </a:spcAft>
              <a:buClr>
                <a:schemeClr val="dk1"/>
              </a:buClr>
              <a:buSzPts val="1400"/>
              <a:buChar char="•"/>
              <a:defRPr/>
            </a:lvl4pPr>
            <a:lvl5pPr marL="3047924" lvl="4" indent="-423323" algn="l">
              <a:lnSpc>
                <a:spcPct val="114000"/>
              </a:lnSpc>
              <a:spcBef>
                <a:spcPts val="800"/>
              </a:spcBef>
              <a:spcAft>
                <a:spcPts val="0"/>
              </a:spcAft>
              <a:buClr>
                <a:schemeClr val="dk1"/>
              </a:buClr>
              <a:buSzPts val="1400"/>
              <a:buChar char="•"/>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Tree>
    <p:extLst>
      <p:ext uri="{BB962C8B-B14F-4D97-AF65-F5344CB8AC3E}">
        <p14:creationId xmlns:p14="http://schemas.microsoft.com/office/powerpoint/2010/main" val="356583797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46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A yellow dots on a black background&#10;&#10;Description automatically generated">
            <a:extLst>
              <a:ext uri="{FF2B5EF4-FFF2-40B4-BE49-F238E27FC236}">
                <a16:creationId xmlns:a16="http://schemas.microsoft.com/office/drawing/2014/main" id="{B2FA60C4-FC1B-513F-5E03-B389FF3E88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This is the Title Slide">
            <a:extLst>
              <a:ext uri="{FF2B5EF4-FFF2-40B4-BE49-F238E27FC236}">
                <a16:creationId xmlns:a16="http://schemas.microsoft.com/office/drawing/2014/main" id="{9C91420F-D457-3846-A09B-F494E2879C56}"/>
              </a:ext>
            </a:extLst>
          </p:cNvPr>
          <p:cNvSpPr txBox="1">
            <a:spLocks noGrp="1"/>
          </p:cNvSpPr>
          <p:nvPr>
            <p:ph type="title" hasCustomPrompt="1"/>
          </p:nvPr>
        </p:nvSpPr>
        <p:spPr>
          <a:xfrm>
            <a:off x="624839" y="726611"/>
            <a:ext cx="5749456" cy="1541654"/>
          </a:xfrm>
          <a:prstGeom prst="rect">
            <a:avLst/>
          </a:prstGeom>
        </p:spPr>
        <p:txBody>
          <a:bodyPr lIns="0" tIns="0" rIns="0" bIns="0" anchor="t">
            <a:noAutofit/>
          </a:bodyPr>
          <a:lstStyle>
            <a:lvl1pPr>
              <a:lnSpc>
                <a:spcPct val="90000"/>
              </a:lnSpc>
              <a:defRPr sz="6600" b="0" i="0">
                <a:solidFill>
                  <a:schemeClr val="tx1"/>
                </a:solidFill>
                <a:latin typeface="Matter SQ" pitchFamily="2" charset="77"/>
                <a:cs typeface="Matter SQ" pitchFamily="2" charset="77"/>
              </a:defRPr>
            </a:lvl1pPr>
          </a:lstStyle>
          <a:p>
            <a:r>
              <a:t>This is the </a:t>
            </a:r>
            <a:r>
              <a:rPr lang="en-GB"/>
              <a:t>t</a:t>
            </a:r>
            <a:r>
              <a:rPr err="1"/>
              <a:t>itle</a:t>
            </a:r>
            <a:r>
              <a:t> </a:t>
            </a:r>
            <a:r>
              <a:rPr lang="en-GB"/>
              <a:t>s</a:t>
            </a:r>
            <a:r>
              <a:rPr err="1"/>
              <a:t>lide</a:t>
            </a:r>
            <a:endParaRPr/>
          </a:p>
        </p:txBody>
      </p:sp>
      <p:sp>
        <p:nvSpPr>
          <p:cNvPr id="18" name="Date or other details">
            <a:extLst>
              <a:ext uri="{FF2B5EF4-FFF2-40B4-BE49-F238E27FC236}">
                <a16:creationId xmlns:a16="http://schemas.microsoft.com/office/drawing/2014/main" id="{67A07254-7DD9-AA40-95BA-F01AF958943A}"/>
              </a:ext>
            </a:extLst>
          </p:cNvPr>
          <p:cNvSpPr txBox="1">
            <a:spLocks noGrp="1"/>
          </p:cNvSpPr>
          <p:nvPr>
            <p:ph type="body" sz="quarter" idx="21" hasCustomPrompt="1"/>
          </p:nvPr>
        </p:nvSpPr>
        <p:spPr>
          <a:xfrm>
            <a:off x="624839" y="2700948"/>
            <a:ext cx="3350813" cy="861899"/>
          </a:xfrm>
          <a:prstGeom prst="rect">
            <a:avLst/>
          </a:prstGeom>
        </p:spPr>
        <p:txBody>
          <a:bodyPr lIns="0" tIns="0" rIns="0" bIns="0" anchor="t"/>
          <a:lstStyle>
            <a:lvl1pPr marL="0" indent="0" algn="l">
              <a:lnSpc>
                <a:spcPct val="130000"/>
              </a:lnSpc>
              <a:spcBef>
                <a:spcPts val="0"/>
              </a:spcBef>
              <a:buSzTx/>
              <a:buFontTx/>
              <a:buNone/>
              <a:defRPr sz="1200" b="0" i="0">
                <a:solidFill>
                  <a:schemeClr val="tx2"/>
                </a:solidFill>
                <a:latin typeface="Basis Grotesque Mono Pro" panose="020B0509050301040203" pitchFamily="49" charset="0"/>
                <a:ea typeface="Basis Grotesque Mono Pro" panose="020B0509050301040203" pitchFamily="49" charset="0"/>
                <a:cs typeface="Poppins Light" pitchFamily="2" charset="77"/>
                <a:sym typeface="Poppins SemiBold"/>
              </a:defRPr>
            </a:lvl1pPr>
          </a:lstStyle>
          <a:p>
            <a:r>
              <a:rPr lang="en-GB"/>
              <a:t>Subtitle</a:t>
            </a:r>
            <a:endParaRPr/>
          </a:p>
        </p:txBody>
      </p:sp>
    </p:spTree>
    <p:extLst>
      <p:ext uri="{BB962C8B-B14F-4D97-AF65-F5344CB8AC3E}">
        <p14:creationId xmlns:p14="http://schemas.microsoft.com/office/powerpoint/2010/main" val="2714308363"/>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55B5B7-4680-2AB9-9919-B60DA8DA02CC}"/>
              </a:ext>
            </a:extLst>
          </p:cNvPr>
          <p:cNvSpPr/>
          <p:nvPr userDrawn="1"/>
        </p:nvSpPr>
        <p:spPr>
          <a:xfrm>
            <a:off x="3042252" y="4946630"/>
            <a:ext cx="1332000" cy="18889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sp>
        <p:nvSpPr>
          <p:cNvPr id="5" name="Title 2">
            <a:extLst>
              <a:ext uri="{FF2B5EF4-FFF2-40B4-BE49-F238E27FC236}">
                <a16:creationId xmlns:a16="http://schemas.microsoft.com/office/drawing/2014/main" id="{2AAE178D-250F-B098-6B83-F27D6E5C1763}"/>
              </a:ext>
            </a:extLst>
          </p:cNvPr>
          <p:cNvSpPr txBox="1">
            <a:spLocks/>
          </p:cNvSpPr>
          <p:nvPr userDrawn="1"/>
        </p:nvSpPr>
        <p:spPr>
          <a:xfrm>
            <a:off x="2085855" y="791413"/>
            <a:ext cx="6635770" cy="1541654"/>
          </a:xfrm>
          <a:prstGeom prst="rect">
            <a:avLst/>
          </a:prstGeom>
        </p:spPr>
        <p:txBody>
          <a:bodyPr lIns="0" tIns="0" rIns="0" bIns="0"/>
          <a:lstStyle>
            <a:lvl1pPr marL="0" marR="0" indent="0" algn="l" defTabSz="914400" rtl="0" latinLnBrk="0">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pPr hangingPunct="1"/>
            <a:r>
              <a:rPr kumimoji="0" lang="en-US" sz="6600" u="none" strike="noStrike" kern="0" cap="none" spc="0" normalizeH="0" baseline="0" noProof="0">
                <a:ln>
                  <a:noFill/>
                </a:ln>
                <a:solidFill>
                  <a:srgbClr val="FFFFFF"/>
                </a:solidFill>
                <a:effectLst/>
                <a:uLnTx/>
                <a:uFillTx/>
                <a:sym typeface="Visuelt Pro Bold"/>
              </a:rPr>
              <a:t>Customer-led voice assistants</a:t>
            </a:r>
            <a:endParaRPr lang="en-US">
              <a:solidFill>
                <a:schemeClr val="tx1"/>
              </a:solidFill>
            </a:endParaRPr>
          </a:p>
        </p:txBody>
      </p:sp>
      <p:pic>
        <p:nvPicPr>
          <p:cNvPr id="6" name="Picture 5" descr="A black and white logo&#10;&#10;Description automatically generated">
            <a:extLst>
              <a:ext uri="{FF2B5EF4-FFF2-40B4-BE49-F238E27FC236}">
                <a16:creationId xmlns:a16="http://schemas.microsoft.com/office/drawing/2014/main" id="{60029FB0-4D57-6B2A-1DD0-BF734165BF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24224" y="915037"/>
            <a:ext cx="1517650" cy="455295"/>
          </a:xfrm>
          <a:prstGeom prst="rect">
            <a:avLst/>
          </a:prstGeom>
        </p:spPr>
      </p:pic>
      <p:pic>
        <p:nvPicPr>
          <p:cNvPr id="7" name="Picture 6">
            <a:extLst>
              <a:ext uri="{FF2B5EF4-FFF2-40B4-BE49-F238E27FC236}">
                <a16:creationId xmlns:a16="http://schemas.microsoft.com/office/drawing/2014/main" id="{E014EF8B-29FA-9514-E447-79A4323562C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120888" y="4197845"/>
            <a:ext cx="312290" cy="261452"/>
          </a:xfrm>
          <a:prstGeom prst="rect">
            <a:avLst/>
          </a:prstGeom>
        </p:spPr>
      </p:pic>
      <p:pic>
        <p:nvPicPr>
          <p:cNvPr id="8" name="Picture 7" descr="A black and white photo&#10;&#10;Description automatically generated">
            <a:extLst>
              <a:ext uri="{FF2B5EF4-FFF2-40B4-BE49-F238E27FC236}">
                <a16:creationId xmlns:a16="http://schemas.microsoft.com/office/drawing/2014/main" id="{67577F5F-8F82-E09B-E111-871149B252F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378151" cy="6858000"/>
          </a:xfrm>
          <a:prstGeom prst="rect">
            <a:avLst/>
          </a:prstGeom>
        </p:spPr>
      </p:pic>
      <p:sp>
        <p:nvSpPr>
          <p:cNvPr id="9" name="Text Placeholder 11">
            <a:extLst>
              <a:ext uri="{FF2B5EF4-FFF2-40B4-BE49-F238E27FC236}">
                <a16:creationId xmlns:a16="http://schemas.microsoft.com/office/drawing/2014/main" id="{DE69759A-948F-75AF-DD3E-DDAFE204B36F}"/>
              </a:ext>
            </a:extLst>
          </p:cNvPr>
          <p:cNvSpPr txBox="1">
            <a:spLocks/>
          </p:cNvSpPr>
          <p:nvPr userDrawn="1"/>
        </p:nvSpPr>
        <p:spPr>
          <a:xfrm>
            <a:off x="2085855" y="4635185"/>
            <a:ext cx="4377369" cy="874890"/>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a:solidFill>
                  <a:schemeClr val="tx1"/>
                </a:solidFill>
                <a:latin typeface="Matter SQ" pitchFamily="2" charset="77"/>
                <a:cs typeface="Matter SQ" pitchFamily="2" charset="77"/>
              </a:rPr>
              <a:t>Our voice assistant has enabled me to reduce hiring this year by </a:t>
            </a:r>
            <a:r>
              <a:rPr lang="en-US" sz="1400">
                <a:latin typeface="Matter SQ" pitchFamily="2" charset="77"/>
                <a:cs typeface="Matter SQ" pitchFamily="2" charset="77"/>
              </a:rPr>
              <a:t>over 100 people, </a:t>
            </a:r>
            <a:r>
              <a:rPr lang="en-US" sz="1400">
                <a:solidFill>
                  <a:schemeClr val="tx1"/>
                </a:solidFill>
                <a:latin typeface="Matter SQ" pitchFamily="2" charset="77"/>
                <a:cs typeface="Matter SQ" pitchFamily="2" charset="77"/>
              </a:rPr>
              <a:t>and has truly helped us to provide consistency for our customers.</a:t>
            </a:r>
            <a:endParaRPr lang="en-US">
              <a:solidFill>
                <a:schemeClr val="tx1"/>
              </a:solidFill>
            </a:endParaRPr>
          </a:p>
        </p:txBody>
      </p:sp>
      <p:sp>
        <p:nvSpPr>
          <p:cNvPr id="10" name="Text Placeholder 11">
            <a:extLst>
              <a:ext uri="{FF2B5EF4-FFF2-40B4-BE49-F238E27FC236}">
                <a16:creationId xmlns:a16="http://schemas.microsoft.com/office/drawing/2014/main" id="{66506F38-1114-B7DA-3EF3-F43634E50694}"/>
              </a:ext>
            </a:extLst>
          </p:cNvPr>
          <p:cNvSpPr txBox="1">
            <a:spLocks/>
          </p:cNvSpPr>
          <p:nvPr userDrawn="1"/>
        </p:nvSpPr>
        <p:spPr>
          <a:xfrm>
            <a:off x="2085855" y="5878887"/>
            <a:ext cx="3568985" cy="25203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900">
                <a:solidFill>
                  <a:schemeClr val="tx1"/>
                </a:solidFill>
                <a:latin typeface="Basis Grotesque Mono Pro Medium" panose="020B0509050301040203" pitchFamily="49" charset="0"/>
                <a:cs typeface="Matter SQ" pitchFamily="2" charset="77"/>
              </a:rPr>
              <a:t>Director of Contact Center Operations</a:t>
            </a:r>
          </a:p>
          <a:p>
            <a:pPr marL="0" indent="0" hangingPunct="1">
              <a:spcBef>
                <a:spcPts val="200"/>
              </a:spcBef>
              <a:buNone/>
            </a:pPr>
            <a:r>
              <a:rPr lang="en-US" sz="900">
                <a:solidFill>
                  <a:schemeClr val="tx1"/>
                </a:solidFill>
                <a:latin typeface="Basis Grotesque Mono Pro Medium" panose="020B0509050301040203" pitchFamily="49" charset="0"/>
                <a:cs typeface="Matter SQ" pitchFamily="2" charset="77"/>
              </a:rPr>
              <a:t>Carter’s</a:t>
            </a:r>
            <a:endParaRPr lang="en-US" sz="800" b="1">
              <a:solidFill>
                <a:schemeClr val="tx1"/>
              </a:solidFill>
              <a:latin typeface="Basis Grotesque Mono Pro Medium" panose="020B0509050301040203" pitchFamily="49" charset="0"/>
            </a:endParaRPr>
          </a:p>
        </p:txBody>
      </p:sp>
      <p:sp>
        <p:nvSpPr>
          <p:cNvPr id="11" name="Text Placeholder 11">
            <a:extLst>
              <a:ext uri="{FF2B5EF4-FFF2-40B4-BE49-F238E27FC236}">
                <a16:creationId xmlns:a16="http://schemas.microsoft.com/office/drawing/2014/main" id="{7A90C916-31E7-296D-88ED-197114FA57A1}"/>
              </a:ext>
            </a:extLst>
          </p:cNvPr>
          <p:cNvSpPr txBox="1">
            <a:spLocks/>
          </p:cNvSpPr>
          <p:nvPr userDrawn="1"/>
        </p:nvSpPr>
        <p:spPr>
          <a:xfrm>
            <a:off x="2085855" y="5585411"/>
            <a:ext cx="1064325" cy="25203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a:solidFill>
                  <a:schemeClr val="bg2"/>
                </a:solidFill>
                <a:latin typeface="Matter SQ" pitchFamily="2" charset="77"/>
                <a:cs typeface="Matter SQ" pitchFamily="2" charset="77"/>
              </a:rPr>
              <a:t>Mike Hansen</a:t>
            </a:r>
            <a:endParaRPr lang="en-US">
              <a:solidFill>
                <a:schemeClr val="bg2"/>
              </a:solidFill>
            </a:endParaRPr>
          </a:p>
        </p:txBody>
      </p:sp>
    </p:spTree>
    <p:extLst>
      <p:ext uri="{BB962C8B-B14F-4D97-AF65-F5344CB8AC3E}">
        <p14:creationId xmlns:p14="http://schemas.microsoft.com/office/powerpoint/2010/main" val="339796252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solidFill>
          <a:schemeClr val="bg1"/>
        </a:solid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AAE178D-250F-B098-6B83-F27D6E5C1763}"/>
              </a:ext>
            </a:extLst>
          </p:cNvPr>
          <p:cNvSpPr txBox="1">
            <a:spLocks/>
          </p:cNvSpPr>
          <p:nvPr userDrawn="1"/>
        </p:nvSpPr>
        <p:spPr>
          <a:xfrm>
            <a:off x="2085855" y="791413"/>
            <a:ext cx="6635770" cy="1541654"/>
          </a:xfrm>
          <a:prstGeom prst="rect">
            <a:avLst/>
          </a:prstGeom>
        </p:spPr>
        <p:txBody>
          <a:bodyPr lIns="0" tIns="0" rIns="0" bIns="0"/>
          <a:lstStyle>
            <a:lvl1pPr marL="0" marR="0" indent="0" algn="l" defTabSz="914400" rtl="0" latinLnBrk="0">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pPr hangingPunct="1"/>
            <a:r>
              <a:rPr kumimoji="0" lang="en-US" sz="6600" u="none" strike="noStrike" kern="0" cap="none" spc="0" normalizeH="0" baseline="0" noProof="0">
                <a:ln>
                  <a:noFill/>
                </a:ln>
                <a:solidFill>
                  <a:srgbClr val="FFFFFF"/>
                </a:solidFill>
                <a:effectLst/>
                <a:uLnTx/>
                <a:uFillTx/>
                <a:sym typeface="Visuelt Pro Bold"/>
              </a:rPr>
              <a:t>Customer-led voice assistants</a:t>
            </a:r>
            <a:endParaRPr lang="en-US">
              <a:solidFill>
                <a:schemeClr val="tx1"/>
              </a:solidFill>
            </a:endParaRPr>
          </a:p>
        </p:txBody>
      </p:sp>
      <p:pic>
        <p:nvPicPr>
          <p:cNvPr id="6" name="Picture 5" descr="A black and white logo&#10;&#10;Description automatically generated">
            <a:extLst>
              <a:ext uri="{FF2B5EF4-FFF2-40B4-BE49-F238E27FC236}">
                <a16:creationId xmlns:a16="http://schemas.microsoft.com/office/drawing/2014/main" id="{60029FB0-4D57-6B2A-1DD0-BF734165BF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24224" y="915037"/>
            <a:ext cx="1517650" cy="455295"/>
          </a:xfrm>
          <a:prstGeom prst="rect">
            <a:avLst/>
          </a:prstGeom>
        </p:spPr>
      </p:pic>
      <p:pic>
        <p:nvPicPr>
          <p:cNvPr id="8" name="Picture 7" descr="A black and white photo&#10;&#10;Description automatically generated">
            <a:extLst>
              <a:ext uri="{FF2B5EF4-FFF2-40B4-BE49-F238E27FC236}">
                <a16:creationId xmlns:a16="http://schemas.microsoft.com/office/drawing/2014/main" id="{67577F5F-8F82-E09B-E111-871149B252F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378151" cy="6858000"/>
          </a:xfrm>
          <a:prstGeom prst="rect">
            <a:avLst/>
          </a:prstGeom>
        </p:spPr>
      </p:pic>
      <p:sp>
        <p:nvSpPr>
          <p:cNvPr id="3" name="Rectangle 2">
            <a:extLst>
              <a:ext uri="{FF2B5EF4-FFF2-40B4-BE49-F238E27FC236}">
                <a16:creationId xmlns:a16="http://schemas.microsoft.com/office/drawing/2014/main" id="{5BD6D6DE-DE7A-F727-806C-15CB2DEB460B}"/>
              </a:ext>
            </a:extLst>
          </p:cNvPr>
          <p:cNvSpPr/>
          <p:nvPr userDrawn="1"/>
        </p:nvSpPr>
        <p:spPr>
          <a:xfrm>
            <a:off x="2606762" y="5171994"/>
            <a:ext cx="4176000" cy="252000"/>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pic>
        <p:nvPicPr>
          <p:cNvPr id="4" name="Picture 3">
            <a:extLst>
              <a:ext uri="{FF2B5EF4-FFF2-40B4-BE49-F238E27FC236}">
                <a16:creationId xmlns:a16="http://schemas.microsoft.com/office/drawing/2014/main" id="{2F50F1EC-0C53-2209-9478-696139548E4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20888" y="4197845"/>
            <a:ext cx="312290" cy="261452"/>
          </a:xfrm>
          <a:prstGeom prst="rect">
            <a:avLst/>
          </a:prstGeom>
        </p:spPr>
      </p:pic>
      <p:sp>
        <p:nvSpPr>
          <p:cNvPr id="12" name="Text Placeholder 11">
            <a:extLst>
              <a:ext uri="{FF2B5EF4-FFF2-40B4-BE49-F238E27FC236}">
                <a16:creationId xmlns:a16="http://schemas.microsoft.com/office/drawing/2014/main" id="{DCC24AA0-2D91-E396-52E0-EE9588A2A3F4}"/>
              </a:ext>
            </a:extLst>
          </p:cNvPr>
          <p:cNvSpPr txBox="1">
            <a:spLocks/>
          </p:cNvSpPr>
          <p:nvPr userDrawn="1"/>
        </p:nvSpPr>
        <p:spPr>
          <a:xfrm>
            <a:off x="2085855" y="4635185"/>
            <a:ext cx="4963531" cy="874890"/>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dirty="0">
                <a:solidFill>
                  <a:schemeClr val="tx1"/>
                </a:solidFill>
                <a:latin typeface="Matter SQ" pitchFamily="2" charset="77"/>
                <a:cs typeface="Matter SQ" pitchFamily="2" charset="77"/>
              </a:rPr>
              <a:t>With PolyAI offering immediate support, our experts are available to handle more complex calls. Since we’ve had PolyAI </a:t>
            </a:r>
            <a:r>
              <a:rPr lang="en-US" sz="1400" dirty="0">
                <a:latin typeface="Matter SQ" pitchFamily="2" charset="77"/>
                <a:cs typeface="Matter SQ" pitchFamily="2" charset="77"/>
              </a:rPr>
              <a:t>our customer satisfaction has gone up by 15 points.</a:t>
            </a:r>
            <a:endParaRPr lang="en-US" dirty="0"/>
          </a:p>
        </p:txBody>
      </p:sp>
      <p:sp>
        <p:nvSpPr>
          <p:cNvPr id="13" name="Text Placeholder 11">
            <a:extLst>
              <a:ext uri="{FF2B5EF4-FFF2-40B4-BE49-F238E27FC236}">
                <a16:creationId xmlns:a16="http://schemas.microsoft.com/office/drawing/2014/main" id="{8C828787-2E6C-7967-7D3B-B68F1B1076EE}"/>
              </a:ext>
            </a:extLst>
          </p:cNvPr>
          <p:cNvSpPr txBox="1">
            <a:spLocks/>
          </p:cNvSpPr>
          <p:nvPr userDrawn="1"/>
        </p:nvSpPr>
        <p:spPr>
          <a:xfrm>
            <a:off x="2085855" y="5878887"/>
            <a:ext cx="3568985" cy="25203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900">
                <a:solidFill>
                  <a:schemeClr val="tx1"/>
                </a:solidFill>
                <a:latin typeface="Basis Grotesque Mono Pro Medium" panose="020B0509050301040203" pitchFamily="49" charset="0"/>
                <a:cs typeface="Matter SQ" pitchFamily="2" charset="77"/>
              </a:rPr>
              <a:t>Director of Customer Service </a:t>
            </a:r>
          </a:p>
          <a:p>
            <a:pPr marL="0" indent="0" hangingPunct="1">
              <a:spcBef>
                <a:spcPts val="200"/>
              </a:spcBef>
              <a:buNone/>
            </a:pPr>
            <a:r>
              <a:rPr lang="en-US" sz="900" err="1">
                <a:solidFill>
                  <a:schemeClr val="tx1"/>
                </a:solidFill>
                <a:latin typeface="Basis Grotesque Mono Pro Medium" panose="020B0509050301040203" pitchFamily="49" charset="0"/>
                <a:cs typeface="Matter SQ" pitchFamily="2" charset="77"/>
              </a:rPr>
              <a:t>Simplyhealth</a:t>
            </a:r>
            <a:endParaRPr lang="en-US" sz="800" b="1">
              <a:solidFill>
                <a:schemeClr val="tx1"/>
              </a:solidFill>
              <a:latin typeface="Basis Grotesque Mono Pro Medium" panose="020B0509050301040203" pitchFamily="49" charset="0"/>
            </a:endParaRPr>
          </a:p>
        </p:txBody>
      </p:sp>
      <p:sp>
        <p:nvSpPr>
          <p:cNvPr id="14" name="Text Placeholder 11">
            <a:extLst>
              <a:ext uri="{FF2B5EF4-FFF2-40B4-BE49-F238E27FC236}">
                <a16:creationId xmlns:a16="http://schemas.microsoft.com/office/drawing/2014/main" id="{A6A590CB-8E84-4B53-F7AF-11F0EC926F18}"/>
              </a:ext>
            </a:extLst>
          </p:cNvPr>
          <p:cNvSpPr txBox="1">
            <a:spLocks/>
          </p:cNvSpPr>
          <p:nvPr userDrawn="1"/>
        </p:nvSpPr>
        <p:spPr>
          <a:xfrm>
            <a:off x="2085855" y="5585411"/>
            <a:ext cx="1064325" cy="25203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a:solidFill>
                  <a:schemeClr val="bg2"/>
                </a:solidFill>
                <a:latin typeface="Matter SQ" pitchFamily="2" charset="77"/>
                <a:cs typeface="Matter SQ" pitchFamily="2" charset="77"/>
              </a:rPr>
              <a:t>Dan Eddie</a:t>
            </a:r>
            <a:endParaRPr lang="en-US">
              <a:solidFill>
                <a:schemeClr val="bg2"/>
              </a:solidFill>
            </a:endParaRPr>
          </a:p>
        </p:txBody>
      </p:sp>
    </p:spTree>
    <p:extLst>
      <p:ext uri="{BB962C8B-B14F-4D97-AF65-F5344CB8AC3E}">
        <p14:creationId xmlns:p14="http://schemas.microsoft.com/office/powerpoint/2010/main" val="3918368877"/>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bg1"/>
        </a:solid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AAE178D-250F-B098-6B83-F27D6E5C1763}"/>
              </a:ext>
            </a:extLst>
          </p:cNvPr>
          <p:cNvSpPr txBox="1">
            <a:spLocks/>
          </p:cNvSpPr>
          <p:nvPr userDrawn="1"/>
        </p:nvSpPr>
        <p:spPr>
          <a:xfrm>
            <a:off x="2085855" y="791413"/>
            <a:ext cx="6635770" cy="1541654"/>
          </a:xfrm>
          <a:prstGeom prst="rect">
            <a:avLst/>
          </a:prstGeom>
        </p:spPr>
        <p:txBody>
          <a:bodyPr lIns="0" tIns="0" rIns="0" bIns="0"/>
          <a:lstStyle>
            <a:lvl1pPr marL="0" marR="0" indent="0" algn="l" defTabSz="914400" rtl="0" latinLnBrk="0">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pPr hangingPunct="1"/>
            <a:r>
              <a:rPr kumimoji="0" lang="en-US" sz="6600" u="none" strike="noStrike" kern="0" cap="none" spc="0" normalizeH="0" baseline="0" noProof="0">
                <a:ln>
                  <a:noFill/>
                </a:ln>
                <a:solidFill>
                  <a:srgbClr val="FFFFFF"/>
                </a:solidFill>
                <a:effectLst/>
                <a:uLnTx/>
                <a:uFillTx/>
                <a:sym typeface="Visuelt Pro Bold"/>
              </a:rPr>
              <a:t>Customer-led voice assistants</a:t>
            </a:r>
            <a:endParaRPr lang="en-US">
              <a:solidFill>
                <a:schemeClr val="tx1"/>
              </a:solidFill>
            </a:endParaRPr>
          </a:p>
        </p:txBody>
      </p:sp>
      <p:pic>
        <p:nvPicPr>
          <p:cNvPr id="6" name="Picture 5" descr="A black and white logo&#10;&#10;Description automatically generated">
            <a:extLst>
              <a:ext uri="{FF2B5EF4-FFF2-40B4-BE49-F238E27FC236}">
                <a16:creationId xmlns:a16="http://schemas.microsoft.com/office/drawing/2014/main" id="{60029FB0-4D57-6B2A-1DD0-BF734165BF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24224" y="915037"/>
            <a:ext cx="1517650" cy="455295"/>
          </a:xfrm>
          <a:prstGeom prst="rect">
            <a:avLst/>
          </a:prstGeom>
        </p:spPr>
      </p:pic>
      <p:pic>
        <p:nvPicPr>
          <p:cNvPr id="8" name="Picture 7" descr="A black and white photo&#10;&#10;Description automatically generated">
            <a:extLst>
              <a:ext uri="{FF2B5EF4-FFF2-40B4-BE49-F238E27FC236}">
                <a16:creationId xmlns:a16="http://schemas.microsoft.com/office/drawing/2014/main" id="{67577F5F-8F82-E09B-E111-871149B252F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378151" cy="6858000"/>
          </a:xfrm>
          <a:prstGeom prst="rect">
            <a:avLst/>
          </a:prstGeom>
        </p:spPr>
      </p:pic>
      <p:pic>
        <p:nvPicPr>
          <p:cNvPr id="2" name="Picture 1">
            <a:extLst>
              <a:ext uri="{FF2B5EF4-FFF2-40B4-BE49-F238E27FC236}">
                <a16:creationId xmlns:a16="http://schemas.microsoft.com/office/drawing/2014/main" id="{096D6981-0F27-1C9A-A078-4082B106249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20888" y="4197845"/>
            <a:ext cx="312290" cy="261452"/>
          </a:xfrm>
          <a:prstGeom prst="rect">
            <a:avLst/>
          </a:prstGeom>
        </p:spPr>
      </p:pic>
      <p:sp>
        <p:nvSpPr>
          <p:cNvPr id="7" name="Text Placeholder 11">
            <a:extLst>
              <a:ext uri="{FF2B5EF4-FFF2-40B4-BE49-F238E27FC236}">
                <a16:creationId xmlns:a16="http://schemas.microsoft.com/office/drawing/2014/main" id="{205D2B0B-70F9-98E2-0A0B-7B9DDC7199EE}"/>
              </a:ext>
            </a:extLst>
          </p:cNvPr>
          <p:cNvSpPr txBox="1">
            <a:spLocks/>
          </p:cNvSpPr>
          <p:nvPr userDrawn="1"/>
        </p:nvSpPr>
        <p:spPr>
          <a:xfrm>
            <a:off x="2085856" y="4635185"/>
            <a:ext cx="4010144" cy="798052"/>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dirty="0">
                <a:solidFill>
                  <a:schemeClr val="tx1"/>
                </a:solidFill>
                <a:latin typeface="Matter SQ" pitchFamily="2" charset="77"/>
                <a:cs typeface="Matter SQ" pitchFamily="2" charset="77"/>
              </a:rPr>
              <a:t>This is the first time we've chosen not to add additional vendor support because we know that PolyAI can manage the capacity of FedEx calls.</a:t>
            </a:r>
            <a:endParaRPr lang="en-US" dirty="0"/>
          </a:p>
        </p:txBody>
      </p:sp>
      <p:sp>
        <p:nvSpPr>
          <p:cNvPr id="9" name="Text Placeholder 11">
            <a:extLst>
              <a:ext uri="{FF2B5EF4-FFF2-40B4-BE49-F238E27FC236}">
                <a16:creationId xmlns:a16="http://schemas.microsoft.com/office/drawing/2014/main" id="{883A20A9-881B-A37B-CC49-578648804AB8}"/>
              </a:ext>
            </a:extLst>
          </p:cNvPr>
          <p:cNvSpPr txBox="1">
            <a:spLocks/>
          </p:cNvSpPr>
          <p:nvPr userDrawn="1"/>
        </p:nvSpPr>
        <p:spPr>
          <a:xfrm>
            <a:off x="2085855" y="5878887"/>
            <a:ext cx="3560033" cy="53680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900">
                <a:solidFill>
                  <a:schemeClr val="tx1"/>
                </a:solidFill>
                <a:latin typeface="Basis Grotesque Mono Pro Medium" panose="020B0509050301040203" pitchFamily="49" charset="0"/>
                <a:cs typeface="Matter SQ" pitchFamily="2" charset="77"/>
              </a:rPr>
              <a:t>Managing Director, Customer Experience UK &amp; Ireland</a:t>
            </a:r>
          </a:p>
          <a:p>
            <a:pPr marL="0" indent="0" hangingPunct="1">
              <a:spcBef>
                <a:spcPts val="200"/>
              </a:spcBef>
              <a:buNone/>
            </a:pPr>
            <a:r>
              <a:rPr lang="en-US" sz="900">
                <a:solidFill>
                  <a:schemeClr val="tx1"/>
                </a:solidFill>
                <a:latin typeface="Basis Grotesque Mono Pro Medium" panose="020B0509050301040203" pitchFamily="49" charset="0"/>
                <a:cs typeface="Matter SQ" pitchFamily="2" charset="77"/>
              </a:rPr>
              <a:t>FedEx</a:t>
            </a:r>
            <a:endParaRPr lang="en-US" sz="800" b="1">
              <a:solidFill>
                <a:schemeClr val="tx1"/>
              </a:solidFill>
              <a:latin typeface="Basis Grotesque Mono Pro Medium" panose="020B0509050301040203" pitchFamily="49" charset="0"/>
            </a:endParaRPr>
          </a:p>
        </p:txBody>
      </p:sp>
      <p:sp>
        <p:nvSpPr>
          <p:cNvPr id="10" name="Text Placeholder 11">
            <a:extLst>
              <a:ext uri="{FF2B5EF4-FFF2-40B4-BE49-F238E27FC236}">
                <a16:creationId xmlns:a16="http://schemas.microsoft.com/office/drawing/2014/main" id="{4F15C323-4F48-C77C-9D36-C31C2085E4B0}"/>
              </a:ext>
            </a:extLst>
          </p:cNvPr>
          <p:cNvSpPr txBox="1">
            <a:spLocks/>
          </p:cNvSpPr>
          <p:nvPr userDrawn="1"/>
        </p:nvSpPr>
        <p:spPr>
          <a:xfrm>
            <a:off x="2085855" y="5585411"/>
            <a:ext cx="1064325" cy="25203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a:solidFill>
                  <a:schemeClr val="bg2"/>
                </a:solidFill>
                <a:latin typeface="Matter SQ" pitchFamily="2" charset="77"/>
                <a:cs typeface="Matter SQ" pitchFamily="2" charset="77"/>
              </a:rPr>
              <a:t>Paul </a:t>
            </a:r>
            <a:r>
              <a:rPr lang="en-US" sz="1400" err="1">
                <a:solidFill>
                  <a:schemeClr val="bg2"/>
                </a:solidFill>
                <a:latin typeface="Matter SQ" pitchFamily="2" charset="77"/>
                <a:cs typeface="Matter SQ" pitchFamily="2" charset="77"/>
              </a:rPr>
              <a:t>Pugal</a:t>
            </a:r>
            <a:endParaRPr lang="en-US">
              <a:solidFill>
                <a:schemeClr val="bg2"/>
              </a:solidFill>
            </a:endParaRPr>
          </a:p>
        </p:txBody>
      </p:sp>
    </p:spTree>
    <p:extLst>
      <p:ext uri="{BB962C8B-B14F-4D97-AF65-F5344CB8AC3E}">
        <p14:creationId xmlns:p14="http://schemas.microsoft.com/office/powerpoint/2010/main" val="468151341"/>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reserve="1">
  <p:cSld name="New Section">
    <p:bg>
      <p:bgPr>
        <a:solidFill>
          <a:schemeClr val="bg2"/>
        </a:solidFill>
        <a:effectLst/>
      </p:bgPr>
    </p:bg>
    <p:spTree>
      <p:nvGrpSpPr>
        <p:cNvPr id="1" name=""/>
        <p:cNvGrpSpPr/>
        <p:nvPr/>
      </p:nvGrpSpPr>
      <p:grpSpPr>
        <a:xfrm>
          <a:off x="0" y="0"/>
          <a:ext cx="0" cy="0"/>
          <a:chOff x="0" y="0"/>
          <a:chExt cx="0" cy="0"/>
        </a:xfrm>
      </p:grpSpPr>
      <p:sp>
        <p:nvSpPr>
          <p:cNvPr id="45" name="New Section Title"/>
          <p:cNvSpPr txBox="1">
            <a:spLocks noGrp="1"/>
          </p:cNvSpPr>
          <p:nvPr>
            <p:ph type="title" hasCustomPrompt="1"/>
          </p:nvPr>
        </p:nvSpPr>
        <p:spPr>
          <a:xfrm>
            <a:off x="925246" y="4691601"/>
            <a:ext cx="7794860" cy="961481"/>
          </a:xfrm>
          <a:prstGeom prst="rect">
            <a:avLst/>
          </a:prstGeom>
        </p:spPr>
        <p:txBody>
          <a:bodyPr>
            <a:noAutofit/>
          </a:bodyPr>
          <a:lstStyle>
            <a:lvl1pPr algn="l">
              <a:lnSpc>
                <a:spcPct val="100000"/>
              </a:lnSpc>
              <a:defRPr sz="5400" b="0" i="0" spc="0">
                <a:latin typeface="Matter SQ" pitchFamily="2" charset="77"/>
                <a:ea typeface="Matter SQ" pitchFamily="2" charset="77"/>
                <a:cs typeface="Matter SQ" pitchFamily="2" charset="77"/>
                <a:sym typeface="Visuelt Pro Light"/>
              </a:defRPr>
            </a:lvl1pPr>
          </a:lstStyle>
          <a:p>
            <a:r>
              <a:t>New </a:t>
            </a:r>
            <a:r>
              <a:rPr lang="en-GB"/>
              <a:t>s</a:t>
            </a:r>
            <a:r>
              <a:rPr err="1"/>
              <a:t>ection</a:t>
            </a:r>
            <a:r>
              <a:t> </a:t>
            </a:r>
            <a:r>
              <a:rPr lang="en-GB"/>
              <a:t>t</a:t>
            </a:r>
            <a:r>
              <a:rPr err="1"/>
              <a:t>itle</a:t>
            </a:r>
            <a:endParaRPr/>
          </a:p>
        </p:txBody>
      </p:sp>
    </p:spTree>
    <p:extLst>
      <p:ext uri="{BB962C8B-B14F-4D97-AF65-F5344CB8AC3E}">
        <p14:creationId xmlns:p14="http://schemas.microsoft.com/office/powerpoint/2010/main" val="152053281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New section 2">
    <p:bg>
      <p:bgPr>
        <a:solidFill>
          <a:schemeClr val="accent1"/>
        </a:solidFill>
        <a:effectLst/>
      </p:bgPr>
    </p:bg>
    <p:spTree>
      <p:nvGrpSpPr>
        <p:cNvPr id="1" name=""/>
        <p:cNvGrpSpPr/>
        <p:nvPr/>
      </p:nvGrpSpPr>
      <p:grpSpPr>
        <a:xfrm>
          <a:off x="0" y="0"/>
          <a:ext cx="0" cy="0"/>
          <a:chOff x="0" y="0"/>
          <a:chExt cx="0" cy="0"/>
        </a:xfrm>
      </p:grpSpPr>
      <p:pic>
        <p:nvPicPr>
          <p:cNvPr id="6" name="Picture 5" descr="A black background with yellow dots&#10;&#10;Description automatically generated">
            <a:extLst>
              <a:ext uri="{FF2B5EF4-FFF2-40B4-BE49-F238E27FC236}">
                <a16:creationId xmlns:a16="http://schemas.microsoft.com/office/drawing/2014/main" id="{8AE195B1-9474-5BCD-3E35-81F9B73A8D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5" name="New Section Title"/>
          <p:cNvSpPr txBox="1">
            <a:spLocks noGrp="1"/>
          </p:cNvSpPr>
          <p:nvPr>
            <p:ph type="title" hasCustomPrompt="1"/>
          </p:nvPr>
        </p:nvSpPr>
        <p:spPr>
          <a:xfrm>
            <a:off x="1455086" y="4990704"/>
            <a:ext cx="3783486" cy="961481"/>
          </a:xfrm>
          <a:prstGeom prst="rect">
            <a:avLst/>
          </a:prstGeom>
        </p:spPr>
        <p:txBody>
          <a:bodyPr>
            <a:noAutofit/>
          </a:bodyPr>
          <a:lstStyle>
            <a:lvl1pPr algn="l">
              <a:lnSpc>
                <a:spcPct val="100000"/>
              </a:lnSpc>
              <a:defRPr sz="4800" b="0" i="0" spc="0">
                <a:solidFill>
                  <a:schemeClr val="tx1"/>
                </a:solidFill>
                <a:latin typeface="Matter SQ" pitchFamily="2" charset="77"/>
                <a:ea typeface="Matter SQ" pitchFamily="2" charset="77"/>
                <a:cs typeface="Matter SQ" pitchFamily="2" charset="77"/>
                <a:sym typeface="Visuelt Pro Light"/>
              </a:defRPr>
            </a:lvl1pPr>
          </a:lstStyle>
          <a:p>
            <a:r>
              <a:t>Section </a:t>
            </a:r>
            <a:r>
              <a:rPr lang="en-GB"/>
              <a:t>t</a:t>
            </a:r>
            <a:r>
              <a:rPr err="1"/>
              <a:t>itle</a:t>
            </a:r>
            <a:endParaRPr/>
          </a:p>
        </p:txBody>
      </p:sp>
      <p:sp>
        <p:nvSpPr>
          <p:cNvPr id="11" name="Text Placeholder 9">
            <a:extLst>
              <a:ext uri="{FF2B5EF4-FFF2-40B4-BE49-F238E27FC236}">
                <a16:creationId xmlns:a16="http://schemas.microsoft.com/office/drawing/2014/main" id="{502D322B-9696-8DFF-8C67-82F1AE53850C}"/>
              </a:ext>
            </a:extLst>
          </p:cNvPr>
          <p:cNvSpPr>
            <a:spLocks noGrp="1"/>
          </p:cNvSpPr>
          <p:nvPr>
            <p:ph type="body" sz="quarter" idx="10" hasCustomPrompt="1"/>
          </p:nvPr>
        </p:nvSpPr>
        <p:spPr>
          <a:xfrm>
            <a:off x="1545164" y="4963809"/>
            <a:ext cx="2220912" cy="117707"/>
          </a:xfrm>
        </p:spPr>
        <p:txBody>
          <a:bodyPr lIns="0" tIns="0" rIns="0" bIns="0"/>
          <a:lstStyle>
            <a:lvl1pPr marL="0" indent="0">
              <a:buNone/>
              <a:defRPr sz="800">
                <a:solidFill>
                  <a:schemeClr val="bg2"/>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Section XX</a:t>
            </a:r>
            <a:endParaRPr lang="en-US"/>
          </a:p>
        </p:txBody>
      </p:sp>
    </p:spTree>
    <p:extLst>
      <p:ext uri="{BB962C8B-B14F-4D97-AF65-F5344CB8AC3E}">
        <p14:creationId xmlns:p14="http://schemas.microsoft.com/office/powerpoint/2010/main" val="409698315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ext - Light">
    <p:bg>
      <p:bgPr>
        <a:solidFill>
          <a:schemeClr val="tx1">
            <a:lumMod val="95000"/>
          </a:schemeClr>
        </a:solidFill>
        <a:effectLst/>
      </p:bgPr>
    </p:bg>
    <p:spTree>
      <p:nvGrpSpPr>
        <p:cNvPr id="1" name=""/>
        <p:cNvGrpSpPr/>
        <p:nvPr/>
      </p:nvGrpSpPr>
      <p:grpSpPr>
        <a:xfrm>
          <a:off x="0" y="0"/>
          <a:ext cx="0" cy="0"/>
          <a:chOff x="0" y="0"/>
          <a:chExt cx="0" cy="0"/>
        </a:xfrm>
      </p:grpSpPr>
      <p:grpSp>
        <p:nvGrpSpPr>
          <p:cNvPr id="2" name="Google Shape;14;p14">
            <a:extLst>
              <a:ext uri="{FF2B5EF4-FFF2-40B4-BE49-F238E27FC236}">
                <a16:creationId xmlns:a16="http://schemas.microsoft.com/office/drawing/2014/main" id="{4A886CA9-D5BE-AE74-1585-DBBC8CB622E7}"/>
              </a:ext>
            </a:extLst>
          </p:cNvPr>
          <p:cNvGrpSpPr/>
          <p:nvPr userDrawn="1"/>
        </p:nvGrpSpPr>
        <p:grpSpPr>
          <a:xfrm>
            <a:off x="623886" y="203643"/>
            <a:ext cx="10944226" cy="6041293"/>
            <a:chOff x="623886" y="203643"/>
            <a:chExt cx="10944226" cy="6041293"/>
          </a:xfrm>
        </p:grpSpPr>
        <p:cxnSp>
          <p:nvCxnSpPr>
            <p:cNvPr id="3" name="Google Shape;15;p14">
              <a:extLst>
                <a:ext uri="{FF2B5EF4-FFF2-40B4-BE49-F238E27FC236}">
                  <a16:creationId xmlns:a16="http://schemas.microsoft.com/office/drawing/2014/main" id="{24934277-1F88-02A6-E1EB-6962F57708C3}"/>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9" name="Google Shape;16;p14">
              <a:extLst>
                <a:ext uri="{FF2B5EF4-FFF2-40B4-BE49-F238E27FC236}">
                  <a16:creationId xmlns:a16="http://schemas.microsoft.com/office/drawing/2014/main" id="{17DC931E-2A6E-F19B-8814-8A3351BEDEB4}"/>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17;p14">
              <a:extLst>
                <a:ext uri="{FF2B5EF4-FFF2-40B4-BE49-F238E27FC236}">
                  <a16:creationId xmlns:a16="http://schemas.microsoft.com/office/drawing/2014/main" id="{CA9ED347-4C31-CE44-06E7-B137143A5305}"/>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pic>
        <p:nvPicPr>
          <p:cNvPr id="12" name="Google Shape;18;p14">
            <a:extLst>
              <a:ext uri="{FF2B5EF4-FFF2-40B4-BE49-F238E27FC236}">
                <a16:creationId xmlns:a16="http://schemas.microsoft.com/office/drawing/2014/main" id="{24849C5B-7D06-3541-7AAF-16BF9FEBB08A}"/>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Tree>
    <p:extLst>
      <p:ext uri="{BB962C8B-B14F-4D97-AF65-F5344CB8AC3E}">
        <p14:creationId xmlns:p14="http://schemas.microsoft.com/office/powerpoint/2010/main" val="368256466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ext - White">
    <p:bg>
      <p:bgPr>
        <a:solidFill>
          <a:schemeClr val="tx1"/>
        </a:solidFill>
        <a:effectLst/>
      </p:bgPr>
    </p:bg>
    <p:spTree>
      <p:nvGrpSpPr>
        <p:cNvPr id="1" name=""/>
        <p:cNvGrpSpPr/>
        <p:nvPr/>
      </p:nvGrpSpPr>
      <p:grpSpPr>
        <a:xfrm>
          <a:off x="0" y="0"/>
          <a:ext cx="0" cy="0"/>
          <a:chOff x="0" y="0"/>
          <a:chExt cx="0" cy="0"/>
        </a:xfrm>
      </p:grpSpPr>
      <p:grpSp>
        <p:nvGrpSpPr>
          <p:cNvPr id="2" name="Google Shape;14;p14">
            <a:extLst>
              <a:ext uri="{FF2B5EF4-FFF2-40B4-BE49-F238E27FC236}">
                <a16:creationId xmlns:a16="http://schemas.microsoft.com/office/drawing/2014/main" id="{4A886CA9-D5BE-AE74-1585-DBBC8CB622E7}"/>
              </a:ext>
            </a:extLst>
          </p:cNvPr>
          <p:cNvGrpSpPr/>
          <p:nvPr userDrawn="1"/>
        </p:nvGrpSpPr>
        <p:grpSpPr>
          <a:xfrm>
            <a:off x="623886" y="203643"/>
            <a:ext cx="10944226" cy="6041293"/>
            <a:chOff x="623886" y="203643"/>
            <a:chExt cx="10944226" cy="6041293"/>
          </a:xfrm>
        </p:grpSpPr>
        <p:cxnSp>
          <p:nvCxnSpPr>
            <p:cNvPr id="3" name="Google Shape;15;p14">
              <a:extLst>
                <a:ext uri="{FF2B5EF4-FFF2-40B4-BE49-F238E27FC236}">
                  <a16:creationId xmlns:a16="http://schemas.microsoft.com/office/drawing/2014/main" id="{24934277-1F88-02A6-E1EB-6962F57708C3}"/>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9" name="Google Shape;16;p14">
              <a:extLst>
                <a:ext uri="{FF2B5EF4-FFF2-40B4-BE49-F238E27FC236}">
                  <a16:creationId xmlns:a16="http://schemas.microsoft.com/office/drawing/2014/main" id="{17DC931E-2A6E-F19B-8814-8A3351BEDEB4}"/>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17;p14">
              <a:extLst>
                <a:ext uri="{FF2B5EF4-FFF2-40B4-BE49-F238E27FC236}">
                  <a16:creationId xmlns:a16="http://schemas.microsoft.com/office/drawing/2014/main" id="{CA9ED347-4C31-CE44-06E7-B137143A5305}"/>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pic>
        <p:nvPicPr>
          <p:cNvPr id="12" name="Google Shape;18;p14">
            <a:extLst>
              <a:ext uri="{FF2B5EF4-FFF2-40B4-BE49-F238E27FC236}">
                <a16:creationId xmlns:a16="http://schemas.microsoft.com/office/drawing/2014/main" id="{24849C5B-7D06-3541-7AAF-16BF9FEBB08A}"/>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Tree>
    <p:extLst>
      <p:ext uri="{BB962C8B-B14F-4D97-AF65-F5344CB8AC3E}">
        <p14:creationId xmlns:p14="http://schemas.microsoft.com/office/powerpoint/2010/main" val="75364908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3 columns - Dark">
    <p:bg>
      <p:bgPr>
        <a:solidFill>
          <a:schemeClr val="bg1"/>
        </a:solidFill>
        <a:effectLst/>
      </p:bgPr>
    </p:bg>
    <p:spTree>
      <p:nvGrpSpPr>
        <p:cNvPr id="1" name=""/>
        <p:cNvGrpSpPr/>
        <p:nvPr/>
      </p:nvGrpSpPr>
      <p:grpSpPr>
        <a:xfrm>
          <a:off x="0" y="0"/>
          <a:ext cx="0" cy="0"/>
          <a:chOff x="0" y="0"/>
          <a:chExt cx="0" cy="0"/>
        </a:xfrm>
      </p:grpSpPr>
      <p:grpSp>
        <p:nvGrpSpPr>
          <p:cNvPr id="6" name="Google Shape;27;p16">
            <a:extLst>
              <a:ext uri="{FF2B5EF4-FFF2-40B4-BE49-F238E27FC236}">
                <a16:creationId xmlns:a16="http://schemas.microsoft.com/office/drawing/2014/main" id="{1231B46B-3EFC-C871-9823-9A5594903348}"/>
              </a:ext>
            </a:extLst>
          </p:cNvPr>
          <p:cNvGrpSpPr/>
          <p:nvPr userDrawn="1"/>
        </p:nvGrpSpPr>
        <p:grpSpPr>
          <a:xfrm>
            <a:off x="623886" y="203643"/>
            <a:ext cx="10944226" cy="6041293"/>
            <a:chOff x="623886" y="203643"/>
            <a:chExt cx="10944226" cy="6041293"/>
          </a:xfrm>
        </p:grpSpPr>
        <p:cxnSp>
          <p:nvCxnSpPr>
            <p:cNvPr id="7" name="Google Shape;28;p16">
              <a:extLst>
                <a:ext uri="{FF2B5EF4-FFF2-40B4-BE49-F238E27FC236}">
                  <a16:creationId xmlns:a16="http://schemas.microsoft.com/office/drawing/2014/main" id="{3565DF6A-CB36-9411-233E-549A5206EA0B}"/>
                </a:ext>
              </a:extLst>
            </p:cNvPr>
            <p:cNvCxnSpPr/>
            <p:nvPr/>
          </p:nvCxnSpPr>
          <p:spPr>
            <a:xfrm>
              <a:off x="623887" y="606136"/>
              <a:ext cx="10944225" cy="0"/>
            </a:xfrm>
            <a:prstGeom prst="straightConnector1">
              <a:avLst/>
            </a:prstGeom>
            <a:noFill/>
            <a:ln w="9525" cap="flat" cmpd="sng">
              <a:solidFill>
                <a:schemeClr val="accent1"/>
              </a:solidFill>
              <a:prstDash val="solid"/>
              <a:miter lim="800000"/>
              <a:headEnd type="none" w="sm" len="sm"/>
              <a:tailEnd type="none" w="sm" len="sm"/>
            </a:ln>
          </p:spPr>
        </p:cxnSp>
        <p:cxnSp>
          <p:nvCxnSpPr>
            <p:cNvPr id="8" name="Google Shape;29;p16">
              <a:extLst>
                <a:ext uri="{FF2B5EF4-FFF2-40B4-BE49-F238E27FC236}">
                  <a16:creationId xmlns:a16="http://schemas.microsoft.com/office/drawing/2014/main" id="{EAC8A3E3-164B-6E5B-22F6-79559E2B9BEE}"/>
                </a:ext>
              </a:extLst>
            </p:cNvPr>
            <p:cNvCxnSpPr/>
            <p:nvPr/>
          </p:nvCxnSpPr>
          <p:spPr>
            <a:xfrm>
              <a:off x="2265117" y="203643"/>
              <a:ext cx="0" cy="402493"/>
            </a:xfrm>
            <a:prstGeom prst="straightConnector1">
              <a:avLst/>
            </a:prstGeom>
            <a:noFill/>
            <a:ln w="9525" cap="flat" cmpd="sng">
              <a:solidFill>
                <a:schemeClr val="accent1"/>
              </a:solidFill>
              <a:prstDash val="solid"/>
              <a:miter lim="800000"/>
              <a:headEnd type="none" w="sm" len="sm"/>
              <a:tailEnd type="none" w="sm" len="sm"/>
            </a:ln>
          </p:spPr>
        </p:cxnSp>
        <p:cxnSp>
          <p:nvCxnSpPr>
            <p:cNvPr id="9" name="Google Shape;30;p16">
              <a:extLst>
                <a:ext uri="{FF2B5EF4-FFF2-40B4-BE49-F238E27FC236}">
                  <a16:creationId xmlns:a16="http://schemas.microsoft.com/office/drawing/2014/main" id="{15C0197F-B37D-B7DC-FDF0-FAE280738678}"/>
                </a:ext>
              </a:extLst>
            </p:cNvPr>
            <p:cNvCxnSpPr/>
            <p:nvPr/>
          </p:nvCxnSpPr>
          <p:spPr>
            <a:xfrm>
              <a:off x="623886" y="6244936"/>
              <a:ext cx="10944225" cy="0"/>
            </a:xfrm>
            <a:prstGeom prst="straightConnector1">
              <a:avLst/>
            </a:prstGeom>
            <a:noFill/>
            <a:ln w="9525" cap="flat" cmpd="sng">
              <a:solidFill>
                <a:schemeClr val="accent1"/>
              </a:solidFill>
              <a:prstDash val="solid"/>
              <a:miter lim="800000"/>
              <a:headEnd type="none" w="sm" len="sm"/>
              <a:tailEnd type="none" w="sm" len="sm"/>
            </a:ln>
          </p:spPr>
        </p:cxnSp>
      </p:grpSp>
      <p:pic>
        <p:nvPicPr>
          <p:cNvPr id="11" name="Google Shape;31;p16">
            <a:extLst>
              <a:ext uri="{FF2B5EF4-FFF2-40B4-BE49-F238E27FC236}">
                <a16:creationId xmlns:a16="http://schemas.microsoft.com/office/drawing/2014/main" id="{D782E4AF-8262-EA67-85B6-3C2B4E1BDE77}"/>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
        <p:nvSpPr>
          <p:cNvPr id="2" name="Body Level One…">
            <a:extLst>
              <a:ext uri="{FF2B5EF4-FFF2-40B4-BE49-F238E27FC236}">
                <a16:creationId xmlns:a16="http://schemas.microsoft.com/office/drawing/2014/main" id="{B8157C8B-10A7-5F2E-79A2-605B68225C31}"/>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3" name="Body Level One…">
            <a:extLst>
              <a:ext uri="{FF2B5EF4-FFF2-40B4-BE49-F238E27FC236}">
                <a16:creationId xmlns:a16="http://schemas.microsoft.com/office/drawing/2014/main" id="{12F3C27E-B745-3A23-8401-AAB89BEAF896}"/>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Body Level One…">
            <a:extLst>
              <a:ext uri="{FF2B5EF4-FFF2-40B4-BE49-F238E27FC236}">
                <a16:creationId xmlns:a16="http://schemas.microsoft.com/office/drawing/2014/main" id="{FA55B3EE-7140-EB9D-FD70-D81BA7C5843F}"/>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3716728449"/>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 columns - light">
    <p:bg>
      <p:bgPr>
        <a:solidFill>
          <a:schemeClr val="tx1">
            <a:lumMod val="95000"/>
          </a:schemeClr>
        </a:solidFill>
        <a:effectLst/>
      </p:bgPr>
    </p:bg>
    <p:spTree>
      <p:nvGrpSpPr>
        <p:cNvPr id="1" name=""/>
        <p:cNvGrpSpPr/>
        <p:nvPr/>
      </p:nvGrpSpPr>
      <p:grpSpPr>
        <a:xfrm>
          <a:off x="0" y="0"/>
          <a:ext cx="0" cy="0"/>
          <a:chOff x="0" y="0"/>
          <a:chExt cx="0" cy="0"/>
        </a:xfrm>
      </p:grpSpPr>
      <p:grpSp>
        <p:nvGrpSpPr>
          <p:cNvPr id="2" name="Google Shape;14;p14">
            <a:extLst>
              <a:ext uri="{FF2B5EF4-FFF2-40B4-BE49-F238E27FC236}">
                <a16:creationId xmlns:a16="http://schemas.microsoft.com/office/drawing/2014/main" id="{36B42C87-9D81-2336-A7DF-9D5F4B4D9AD3}"/>
              </a:ext>
            </a:extLst>
          </p:cNvPr>
          <p:cNvGrpSpPr/>
          <p:nvPr userDrawn="1"/>
        </p:nvGrpSpPr>
        <p:grpSpPr>
          <a:xfrm>
            <a:off x="623886" y="203643"/>
            <a:ext cx="10944226" cy="6041293"/>
            <a:chOff x="623886" y="203643"/>
            <a:chExt cx="10944226" cy="6041293"/>
          </a:xfrm>
        </p:grpSpPr>
        <p:cxnSp>
          <p:nvCxnSpPr>
            <p:cNvPr id="3" name="Google Shape;15;p14">
              <a:extLst>
                <a:ext uri="{FF2B5EF4-FFF2-40B4-BE49-F238E27FC236}">
                  <a16:creationId xmlns:a16="http://schemas.microsoft.com/office/drawing/2014/main" id="{0D40B487-EBA3-963D-FEAC-388E69321DAE}"/>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9" name="Google Shape;16;p14">
              <a:extLst>
                <a:ext uri="{FF2B5EF4-FFF2-40B4-BE49-F238E27FC236}">
                  <a16:creationId xmlns:a16="http://schemas.microsoft.com/office/drawing/2014/main" id="{D9E67A30-F644-140D-3DA0-434F098606CB}"/>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17;p14">
              <a:extLst>
                <a:ext uri="{FF2B5EF4-FFF2-40B4-BE49-F238E27FC236}">
                  <a16:creationId xmlns:a16="http://schemas.microsoft.com/office/drawing/2014/main" id="{7A7C1917-5867-61FC-CA7B-E29C19317373}"/>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pic>
        <p:nvPicPr>
          <p:cNvPr id="14" name="Google Shape;18;p14">
            <a:extLst>
              <a:ext uri="{FF2B5EF4-FFF2-40B4-BE49-F238E27FC236}">
                <a16:creationId xmlns:a16="http://schemas.microsoft.com/office/drawing/2014/main" id="{A1C151A1-750C-44A6-12CC-C462FE7A89A7}"/>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2" name="Body Level One…">
            <a:extLst>
              <a:ext uri="{FF2B5EF4-FFF2-40B4-BE49-F238E27FC236}">
                <a16:creationId xmlns:a16="http://schemas.microsoft.com/office/drawing/2014/main" id="{C1E701F8-4246-7C0F-B6BE-6BC06608396E}"/>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3" name="Body Level One…">
            <a:extLst>
              <a:ext uri="{FF2B5EF4-FFF2-40B4-BE49-F238E27FC236}">
                <a16:creationId xmlns:a16="http://schemas.microsoft.com/office/drawing/2014/main" id="{B6B3F73D-6151-BD10-C6CF-1641A8BF8ECC}"/>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194898985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 columns - white">
    <p:bg>
      <p:bgPr>
        <a:solidFill>
          <a:schemeClr val="tx1"/>
        </a:solidFill>
        <a:effectLst/>
      </p:bgPr>
    </p:bg>
    <p:spTree>
      <p:nvGrpSpPr>
        <p:cNvPr id="1" name=""/>
        <p:cNvGrpSpPr/>
        <p:nvPr/>
      </p:nvGrpSpPr>
      <p:grpSpPr>
        <a:xfrm>
          <a:off x="0" y="0"/>
          <a:ext cx="0" cy="0"/>
          <a:chOff x="0" y="0"/>
          <a:chExt cx="0" cy="0"/>
        </a:xfrm>
      </p:grpSpPr>
      <p:grpSp>
        <p:nvGrpSpPr>
          <p:cNvPr id="2" name="Google Shape;14;p14">
            <a:extLst>
              <a:ext uri="{FF2B5EF4-FFF2-40B4-BE49-F238E27FC236}">
                <a16:creationId xmlns:a16="http://schemas.microsoft.com/office/drawing/2014/main" id="{36B42C87-9D81-2336-A7DF-9D5F4B4D9AD3}"/>
              </a:ext>
            </a:extLst>
          </p:cNvPr>
          <p:cNvGrpSpPr/>
          <p:nvPr userDrawn="1"/>
        </p:nvGrpSpPr>
        <p:grpSpPr>
          <a:xfrm>
            <a:off x="623886" y="203643"/>
            <a:ext cx="10944226" cy="6041293"/>
            <a:chOff x="623886" y="203643"/>
            <a:chExt cx="10944226" cy="6041293"/>
          </a:xfrm>
        </p:grpSpPr>
        <p:cxnSp>
          <p:nvCxnSpPr>
            <p:cNvPr id="3" name="Google Shape;15;p14">
              <a:extLst>
                <a:ext uri="{FF2B5EF4-FFF2-40B4-BE49-F238E27FC236}">
                  <a16:creationId xmlns:a16="http://schemas.microsoft.com/office/drawing/2014/main" id="{0D40B487-EBA3-963D-FEAC-388E69321DAE}"/>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9" name="Google Shape;16;p14">
              <a:extLst>
                <a:ext uri="{FF2B5EF4-FFF2-40B4-BE49-F238E27FC236}">
                  <a16:creationId xmlns:a16="http://schemas.microsoft.com/office/drawing/2014/main" id="{D9E67A30-F644-140D-3DA0-434F098606CB}"/>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17;p14">
              <a:extLst>
                <a:ext uri="{FF2B5EF4-FFF2-40B4-BE49-F238E27FC236}">
                  <a16:creationId xmlns:a16="http://schemas.microsoft.com/office/drawing/2014/main" id="{7A7C1917-5867-61FC-CA7B-E29C19317373}"/>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pic>
        <p:nvPicPr>
          <p:cNvPr id="14" name="Google Shape;18;p14">
            <a:extLst>
              <a:ext uri="{FF2B5EF4-FFF2-40B4-BE49-F238E27FC236}">
                <a16:creationId xmlns:a16="http://schemas.microsoft.com/office/drawing/2014/main" id="{A1C151A1-750C-44A6-12CC-C462FE7A89A7}"/>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2" name="Body Level One…">
            <a:extLst>
              <a:ext uri="{FF2B5EF4-FFF2-40B4-BE49-F238E27FC236}">
                <a16:creationId xmlns:a16="http://schemas.microsoft.com/office/drawing/2014/main" id="{C1E701F8-4246-7C0F-B6BE-6BC06608396E}"/>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3" name="Body Level One…">
            <a:extLst>
              <a:ext uri="{FF2B5EF4-FFF2-40B4-BE49-F238E27FC236}">
                <a16:creationId xmlns:a16="http://schemas.microsoft.com/office/drawing/2014/main" id="{B6B3F73D-6151-BD10-C6CF-1641A8BF8ECC}"/>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410606671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ext with screenshot image">
    <p:bg>
      <p:bgPr>
        <a:solidFill>
          <a:schemeClr val="tx1"/>
        </a:solidFill>
        <a:effectLst/>
      </p:bgPr>
    </p:bg>
    <p:spTree>
      <p:nvGrpSpPr>
        <p:cNvPr id="1" name=""/>
        <p:cNvGrpSpPr/>
        <p:nvPr/>
      </p:nvGrpSpPr>
      <p:grpSpPr>
        <a:xfrm>
          <a:off x="0" y="0"/>
          <a:ext cx="0" cy="0"/>
          <a:chOff x="0" y="0"/>
          <a:chExt cx="0" cy="0"/>
        </a:xfrm>
      </p:grpSpPr>
      <p:grpSp>
        <p:nvGrpSpPr>
          <p:cNvPr id="2" name="Google Shape;185;p29">
            <a:extLst>
              <a:ext uri="{FF2B5EF4-FFF2-40B4-BE49-F238E27FC236}">
                <a16:creationId xmlns:a16="http://schemas.microsoft.com/office/drawing/2014/main" id="{78A25D06-3FB4-2092-0E35-4498C499349F}"/>
              </a:ext>
            </a:extLst>
          </p:cNvPr>
          <p:cNvGrpSpPr/>
          <p:nvPr userDrawn="1"/>
        </p:nvGrpSpPr>
        <p:grpSpPr>
          <a:xfrm>
            <a:off x="623886" y="203643"/>
            <a:ext cx="10944226" cy="6041293"/>
            <a:chOff x="623886" y="203643"/>
            <a:chExt cx="10944226" cy="6041293"/>
          </a:xfrm>
        </p:grpSpPr>
        <p:cxnSp>
          <p:nvCxnSpPr>
            <p:cNvPr id="3" name="Google Shape;186;p29">
              <a:extLst>
                <a:ext uri="{FF2B5EF4-FFF2-40B4-BE49-F238E27FC236}">
                  <a16:creationId xmlns:a16="http://schemas.microsoft.com/office/drawing/2014/main" id="{DDECA2C7-6F08-229A-EAC5-4CC3FF146925}"/>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12" name="Google Shape;187;p29">
              <a:extLst>
                <a:ext uri="{FF2B5EF4-FFF2-40B4-BE49-F238E27FC236}">
                  <a16:creationId xmlns:a16="http://schemas.microsoft.com/office/drawing/2014/main" id="{8046CF62-9147-BEA6-3A27-9574E79D678B}"/>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4" name="Google Shape;188;p29">
              <a:extLst>
                <a:ext uri="{FF2B5EF4-FFF2-40B4-BE49-F238E27FC236}">
                  <a16:creationId xmlns:a16="http://schemas.microsoft.com/office/drawing/2014/main" id="{6564DD23-6EC1-818D-6B4F-55333D2E205C}"/>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pic>
        <p:nvPicPr>
          <p:cNvPr id="15" name="Google Shape;189;p29">
            <a:extLst>
              <a:ext uri="{FF2B5EF4-FFF2-40B4-BE49-F238E27FC236}">
                <a16:creationId xmlns:a16="http://schemas.microsoft.com/office/drawing/2014/main" id="{DBDF5A0D-739A-8C7F-60A6-EA171238B996}"/>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pic>
        <p:nvPicPr>
          <p:cNvPr id="13" name="Picture 12" descr="A black and white photo of a black and white photo of a black and white photo of a black and white photo of a black and white photo of a black and white photo of a black and&#10;&#10;Description automatically generated">
            <a:extLst>
              <a:ext uri="{FF2B5EF4-FFF2-40B4-BE49-F238E27FC236}">
                <a16:creationId xmlns:a16="http://schemas.microsoft.com/office/drawing/2014/main" id="{38D1A0AF-C686-A32E-5B8F-EB1C0912BA2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45975" y="-1"/>
            <a:ext cx="4246025" cy="6264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1" name="Rectangle 10">
            <a:extLst>
              <a:ext uri="{FF2B5EF4-FFF2-40B4-BE49-F238E27FC236}">
                <a16:creationId xmlns:a16="http://schemas.microsoft.com/office/drawing/2014/main" id="{B5D989FD-478A-0BBD-E82B-9B294493E89B}"/>
              </a:ext>
            </a:extLst>
          </p:cNvPr>
          <p:cNvSpPr/>
          <p:nvPr userDrawn="1"/>
        </p:nvSpPr>
        <p:spPr>
          <a:xfrm>
            <a:off x="7102715" y="5390147"/>
            <a:ext cx="1732548" cy="1467853"/>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69868" y="1207982"/>
            <a:ext cx="7198243" cy="4182165"/>
          </a:xfrm>
          <a:solidFill>
            <a:schemeClr val="tx1"/>
          </a:solidFill>
          <a:ln w="53975">
            <a:solidFill>
              <a:schemeClr val="bg1"/>
            </a:solidFill>
          </a:ln>
        </p:spPr>
        <p:txBody>
          <a:bodyPr/>
          <a:lstStyle/>
          <a:p>
            <a:r>
              <a:rPr lang="en-GB"/>
              <a:t>Click icon to add picture</a:t>
            </a:r>
            <a:endParaRPr lang="en-US"/>
          </a:p>
        </p:txBody>
      </p:sp>
    </p:spTree>
    <p:extLst>
      <p:ext uri="{BB962C8B-B14F-4D97-AF65-F5344CB8AC3E}">
        <p14:creationId xmlns:p14="http://schemas.microsoft.com/office/powerpoint/2010/main" val="35664253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Image layout 1 ">
    <p:bg>
      <p:bgPr>
        <a:solidFill>
          <a:srgbClr val="FFFFFF"/>
        </a:solidFill>
        <a:effectLst/>
      </p:bgPr>
    </p:bg>
    <p:spTree>
      <p:nvGrpSpPr>
        <p:cNvPr id="1" name=""/>
        <p:cNvGrpSpPr/>
        <p:nvPr/>
      </p:nvGrpSpPr>
      <p:grpSpPr>
        <a:xfrm>
          <a:off x="0" y="0"/>
          <a:ext cx="0" cy="0"/>
          <a:chOff x="0" y="0"/>
          <a:chExt cx="0" cy="0"/>
        </a:xfrm>
      </p:grpSpPr>
      <p:grpSp>
        <p:nvGrpSpPr>
          <p:cNvPr id="2" name="Google Shape;199;p30">
            <a:extLst>
              <a:ext uri="{FF2B5EF4-FFF2-40B4-BE49-F238E27FC236}">
                <a16:creationId xmlns:a16="http://schemas.microsoft.com/office/drawing/2014/main" id="{BD2C72D3-C39D-962C-24C5-3E36526724D7}"/>
              </a:ext>
            </a:extLst>
          </p:cNvPr>
          <p:cNvGrpSpPr/>
          <p:nvPr userDrawn="1"/>
        </p:nvGrpSpPr>
        <p:grpSpPr>
          <a:xfrm>
            <a:off x="623886" y="203643"/>
            <a:ext cx="10944226" cy="6041293"/>
            <a:chOff x="623886" y="203643"/>
            <a:chExt cx="10944226" cy="6041293"/>
          </a:xfrm>
        </p:grpSpPr>
        <p:cxnSp>
          <p:nvCxnSpPr>
            <p:cNvPr id="3" name="Google Shape;200;p30">
              <a:extLst>
                <a:ext uri="{FF2B5EF4-FFF2-40B4-BE49-F238E27FC236}">
                  <a16:creationId xmlns:a16="http://schemas.microsoft.com/office/drawing/2014/main" id="{C93B3549-A8D6-664C-7D21-735E51373F4C}"/>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201;p30">
              <a:extLst>
                <a:ext uri="{FF2B5EF4-FFF2-40B4-BE49-F238E27FC236}">
                  <a16:creationId xmlns:a16="http://schemas.microsoft.com/office/drawing/2014/main" id="{E850ABAB-E161-44A6-45B1-F35E52CBEC2C}"/>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2" name="Google Shape;202;p30">
              <a:extLst>
                <a:ext uri="{FF2B5EF4-FFF2-40B4-BE49-F238E27FC236}">
                  <a16:creationId xmlns:a16="http://schemas.microsoft.com/office/drawing/2014/main" id="{1A8BBF16-17BA-69C1-F78D-FEB3D9F2865E}"/>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44000" y="612100"/>
            <a:ext cx="7848000" cy="6245900"/>
          </a:xfrm>
          <a:solidFill>
            <a:schemeClr val="tx1"/>
          </a:solidFill>
          <a:ln w="53975">
            <a:noFill/>
          </a:ln>
        </p:spPr>
        <p:txBody>
          <a:bodyPr/>
          <a:lstStyle/>
          <a:p>
            <a:r>
              <a:rPr lang="en-GB"/>
              <a:t>Click icon to add picture</a:t>
            </a:r>
            <a:endParaRPr lang="en-US"/>
          </a:p>
        </p:txBody>
      </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pic>
        <p:nvPicPr>
          <p:cNvPr id="13" name="Google Shape;209;p30">
            <a:extLst>
              <a:ext uri="{FF2B5EF4-FFF2-40B4-BE49-F238E27FC236}">
                <a16:creationId xmlns:a16="http://schemas.microsoft.com/office/drawing/2014/main" id="{18979A1B-75ED-D980-4490-8FA821D8F116}"/>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Tree>
    <p:extLst>
      <p:ext uri="{BB962C8B-B14F-4D97-AF65-F5344CB8AC3E}">
        <p14:creationId xmlns:p14="http://schemas.microsoft.com/office/powerpoint/2010/main" val="64971209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Image layout 2">
    <p:bg>
      <p:bgPr>
        <a:solidFill>
          <a:schemeClr val="tx1"/>
        </a:solidFill>
        <a:effectLst/>
      </p:bgPr>
    </p:bg>
    <p:spTree>
      <p:nvGrpSpPr>
        <p:cNvPr id="1" name=""/>
        <p:cNvGrpSpPr/>
        <p:nvPr/>
      </p:nvGrpSpPr>
      <p:grpSpPr>
        <a:xfrm>
          <a:off x="0" y="0"/>
          <a:ext cx="0" cy="0"/>
          <a:chOff x="0" y="0"/>
          <a:chExt cx="0" cy="0"/>
        </a:xfrm>
      </p:grpSpPr>
      <p:grpSp>
        <p:nvGrpSpPr>
          <p:cNvPr id="2" name="Google Shape;211;p31">
            <a:extLst>
              <a:ext uri="{FF2B5EF4-FFF2-40B4-BE49-F238E27FC236}">
                <a16:creationId xmlns:a16="http://schemas.microsoft.com/office/drawing/2014/main" id="{B0300139-C68D-21B9-0848-5C84753AF0A7}"/>
              </a:ext>
            </a:extLst>
          </p:cNvPr>
          <p:cNvGrpSpPr/>
          <p:nvPr userDrawn="1"/>
        </p:nvGrpSpPr>
        <p:grpSpPr>
          <a:xfrm>
            <a:off x="623886" y="203643"/>
            <a:ext cx="10944226" cy="6041293"/>
            <a:chOff x="623886" y="203643"/>
            <a:chExt cx="10944226" cy="6041293"/>
          </a:xfrm>
        </p:grpSpPr>
        <p:cxnSp>
          <p:nvCxnSpPr>
            <p:cNvPr id="3" name="Google Shape;212;p31">
              <a:extLst>
                <a:ext uri="{FF2B5EF4-FFF2-40B4-BE49-F238E27FC236}">
                  <a16:creationId xmlns:a16="http://schemas.microsoft.com/office/drawing/2014/main" id="{21838EC9-8BAB-BC8C-7DF4-23A78CCFC3FD}"/>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6" name="Google Shape;213;p31">
              <a:extLst>
                <a:ext uri="{FF2B5EF4-FFF2-40B4-BE49-F238E27FC236}">
                  <a16:creationId xmlns:a16="http://schemas.microsoft.com/office/drawing/2014/main" id="{C51D2C39-8417-EF33-5215-2F25C264AB24}"/>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214;p31">
              <a:extLst>
                <a:ext uri="{FF2B5EF4-FFF2-40B4-BE49-F238E27FC236}">
                  <a16:creationId xmlns:a16="http://schemas.microsoft.com/office/drawing/2014/main" id="{19B5CBD7-9D7A-3AA7-8FCA-2147EEB56756}"/>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pic>
        <p:nvPicPr>
          <p:cNvPr id="12" name="Google Shape;215;p31">
            <a:extLst>
              <a:ext uri="{FF2B5EF4-FFF2-40B4-BE49-F238E27FC236}">
                <a16:creationId xmlns:a16="http://schemas.microsoft.com/office/drawing/2014/main" id="{DBF703C4-FA1D-4D14-BD20-56CD9B6E8E74}"/>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0" y="616416"/>
            <a:ext cx="8992998" cy="3114000"/>
          </a:xfrm>
          <a:solidFill>
            <a:schemeClr val="tx1"/>
          </a:solidFill>
          <a:ln w="53975">
            <a:noFill/>
          </a:ln>
        </p:spPr>
        <p:txBody>
          <a:bodyPr/>
          <a:lstStyle/>
          <a:p>
            <a:r>
              <a:rPr lang="en-GB"/>
              <a:t>Click icon to add picture</a:t>
            </a:r>
            <a:endParaRPr lang="en-US"/>
          </a:p>
        </p:txBody>
      </p:sp>
      <p:pic>
        <p:nvPicPr>
          <p:cNvPr id="16" name="Picture 15" descr="A black and white wavy background&#10;&#10;Description automatically generated">
            <a:extLst>
              <a:ext uri="{FF2B5EF4-FFF2-40B4-BE49-F238E27FC236}">
                <a16:creationId xmlns:a16="http://schemas.microsoft.com/office/drawing/2014/main" id="{BD47BA80-733B-1259-C752-018D015C8B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94573" y="616416"/>
            <a:ext cx="2577104" cy="3114000"/>
          </a:xfrm>
          <a:prstGeom prst="rect">
            <a:avLst/>
          </a:prstGeom>
        </p:spPr>
      </p:pic>
      <p:sp>
        <p:nvSpPr>
          <p:cNvPr id="17" name="Body Level One…">
            <a:extLst>
              <a:ext uri="{FF2B5EF4-FFF2-40B4-BE49-F238E27FC236}">
                <a16:creationId xmlns:a16="http://schemas.microsoft.com/office/drawing/2014/main" id="{F77A1705-FA22-C457-903B-9A880BC34715}"/>
              </a:ext>
            </a:extLst>
          </p:cNvPr>
          <p:cNvSpPr txBox="1">
            <a:spLocks noGrp="1"/>
          </p:cNvSpPr>
          <p:nvPr>
            <p:ph type="body" idx="13"/>
          </p:nvPr>
        </p:nvSpPr>
        <p:spPr>
          <a:xfrm>
            <a:off x="430180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8" name="Body Level One…">
            <a:extLst>
              <a:ext uri="{FF2B5EF4-FFF2-40B4-BE49-F238E27FC236}">
                <a16:creationId xmlns:a16="http://schemas.microsoft.com/office/drawing/2014/main" id="{73CF275F-653F-B6D9-714D-44CDADAFDE35}"/>
              </a:ext>
            </a:extLst>
          </p:cNvPr>
          <p:cNvSpPr txBox="1">
            <a:spLocks noGrp="1"/>
          </p:cNvSpPr>
          <p:nvPr>
            <p:ph type="body" idx="14"/>
          </p:nvPr>
        </p:nvSpPr>
        <p:spPr>
          <a:xfrm>
            <a:off x="797972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381164321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ase study - single slide">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1977335"/>
            <a:ext cx="4122056" cy="874890"/>
          </a:xfrm>
          <a:prstGeom prst="rect">
            <a:avLst/>
          </a:prstGeom>
        </p:spPr>
        <p:txBody>
          <a:bodyPr lIns="0" tIns="0" rIns="0" bIns="0"/>
          <a:lstStyle>
            <a:lvl1pPr marL="0" indent="0">
              <a:buNone/>
              <a:defRPr sz="1000">
                <a:solidFill>
                  <a:schemeClr val="accent1"/>
                </a:solidFill>
              </a:defRPr>
            </a:lvl1pPr>
            <a:lvl2pPr marL="228600" indent="0">
              <a:buNone/>
              <a:defRPr sz="1000">
                <a:solidFill>
                  <a:schemeClr val="accent1"/>
                </a:solidFill>
              </a:defRPr>
            </a:lvl2pPr>
            <a:lvl3pPr marL="457200" indent="0">
              <a:buNone/>
              <a:defRPr sz="1000">
                <a:solidFill>
                  <a:schemeClr val="accent1"/>
                </a:solidFill>
              </a:defRPr>
            </a:lvl3pPr>
            <a:lvl4pPr marL="685800" indent="0">
              <a:buNone/>
              <a:defRPr sz="1000">
                <a:solidFill>
                  <a:schemeClr val="accent1"/>
                </a:solidFill>
              </a:defRPr>
            </a:lvl4pPr>
            <a:lvl5pPr marL="914400" indent="0">
              <a:buNone/>
              <a:defRPr sz="10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573926"/>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3" name="Picture Placeholder 12">
            <a:extLst>
              <a:ext uri="{FF2B5EF4-FFF2-40B4-BE49-F238E27FC236}">
                <a16:creationId xmlns:a16="http://schemas.microsoft.com/office/drawing/2014/main" id="{A7C1A2D5-585D-D659-6C5E-701C377585EC}"/>
              </a:ext>
            </a:extLst>
          </p:cNvPr>
          <p:cNvSpPr>
            <a:spLocks noGrp="1"/>
          </p:cNvSpPr>
          <p:nvPr>
            <p:ph type="pic" sz="quarter" idx="13"/>
          </p:nvPr>
        </p:nvSpPr>
        <p:spPr>
          <a:xfrm>
            <a:off x="623473" y="3063554"/>
            <a:ext cx="4114590" cy="3171600"/>
          </a:xfrm>
        </p:spPr>
        <p:txBody>
          <a:bodyPr/>
          <a:lstStyle/>
          <a:p>
            <a:r>
              <a:rPr lang="en-GB"/>
              <a:t>Click icon to add picture</a:t>
            </a:r>
            <a:endParaRPr lang="en-US"/>
          </a:p>
        </p:txBody>
      </p:sp>
    </p:spTree>
    <p:extLst>
      <p:ext uri="{BB962C8B-B14F-4D97-AF65-F5344CB8AC3E}">
        <p14:creationId xmlns:p14="http://schemas.microsoft.com/office/powerpoint/2010/main" val="340127159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ext - Dark ">
    <p:bg>
      <p:bgPr>
        <a:solidFill>
          <a:schemeClr val="bg1"/>
        </a:solidFill>
        <a:effectLst/>
      </p:bgPr>
    </p:bg>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F61A9EB-E1CF-E8FE-E8DB-7D06BEEEAEC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663399812"/>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Text - dark" preserve="1">
  <p:cSld name="Text - dark">
    <p:bg>
      <p:bgPr>
        <a:solidFill>
          <a:srgbClr val="212133"/>
        </a:solidFill>
        <a:effectLst/>
      </p:bgPr>
    </p:bg>
    <p:spTree>
      <p:nvGrpSpPr>
        <p:cNvPr id="1" name="Shape 21"/>
        <p:cNvGrpSpPr/>
        <p:nvPr/>
      </p:nvGrpSpPr>
      <p:grpSpPr>
        <a:xfrm>
          <a:off x="0" y="0"/>
          <a:ext cx="0" cy="0"/>
          <a:chOff x="0" y="0"/>
          <a:chExt cx="0" cy="0"/>
        </a:xfrm>
      </p:grpSpPr>
      <p:pic>
        <p:nvPicPr>
          <p:cNvPr id="22" name="Google Shape;22;p4" descr="A black rectangular object with a black border&#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3" name="Google Shape;23;p4"/>
          <p:cNvSpPr txBox="1">
            <a:spLocks noGrp="1"/>
          </p:cNvSpPr>
          <p:nvPr>
            <p:ph type="body" idx="1"/>
          </p:nvPr>
        </p:nvSpPr>
        <p:spPr>
          <a:xfrm>
            <a:off x="623888" y="4654703"/>
            <a:ext cx="2505600" cy="87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2"/>
              </a:buClr>
              <a:buSzPts val="900"/>
              <a:buNone/>
              <a:defRPr sz="1200">
                <a:solidFill>
                  <a:schemeClr val="lt2"/>
                </a:solidFill>
              </a:defRPr>
            </a:lvl1pPr>
            <a:lvl2pPr marL="1219170" lvl="1" indent="-304792" algn="l">
              <a:lnSpc>
                <a:spcPct val="114000"/>
              </a:lnSpc>
              <a:spcBef>
                <a:spcPts val="800"/>
              </a:spcBef>
              <a:spcAft>
                <a:spcPts val="0"/>
              </a:spcAft>
              <a:buClr>
                <a:schemeClr val="lt2"/>
              </a:buClr>
              <a:buSzPts val="900"/>
              <a:buNone/>
              <a:defRPr sz="1200">
                <a:solidFill>
                  <a:schemeClr val="lt2"/>
                </a:solidFill>
              </a:defRPr>
            </a:lvl2pPr>
            <a:lvl3pPr marL="1828754" lvl="2" indent="-304792" algn="l">
              <a:lnSpc>
                <a:spcPct val="114000"/>
              </a:lnSpc>
              <a:spcBef>
                <a:spcPts val="800"/>
              </a:spcBef>
              <a:spcAft>
                <a:spcPts val="0"/>
              </a:spcAft>
              <a:buClr>
                <a:schemeClr val="lt2"/>
              </a:buClr>
              <a:buSzPts val="900"/>
              <a:buNone/>
              <a:defRPr sz="1200">
                <a:solidFill>
                  <a:schemeClr val="lt2"/>
                </a:solidFill>
              </a:defRPr>
            </a:lvl3pPr>
            <a:lvl4pPr marL="2438339" lvl="3" indent="-304792" algn="l">
              <a:lnSpc>
                <a:spcPct val="114000"/>
              </a:lnSpc>
              <a:spcBef>
                <a:spcPts val="800"/>
              </a:spcBef>
              <a:spcAft>
                <a:spcPts val="0"/>
              </a:spcAft>
              <a:buClr>
                <a:schemeClr val="lt2"/>
              </a:buClr>
              <a:buSzPts val="900"/>
              <a:buNone/>
              <a:defRPr sz="1200">
                <a:solidFill>
                  <a:schemeClr val="lt2"/>
                </a:solidFill>
              </a:defRPr>
            </a:lvl4pPr>
            <a:lvl5pPr marL="3047924" lvl="4" indent="-304792" algn="l">
              <a:lnSpc>
                <a:spcPct val="114000"/>
              </a:lnSpc>
              <a:spcBef>
                <a:spcPts val="800"/>
              </a:spcBef>
              <a:spcAft>
                <a:spcPts val="0"/>
              </a:spcAft>
              <a:buClr>
                <a:schemeClr val="lt2"/>
              </a:buClr>
              <a:buSzPts val="900"/>
              <a:buNone/>
              <a:defRPr sz="1200">
                <a:solidFill>
                  <a:schemeClr val="lt2"/>
                </a:solidFill>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24" name="Google Shape;24;p4"/>
          <p:cNvSpPr txBox="1">
            <a:spLocks noGrp="1"/>
          </p:cNvSpPr>
          <p:nvPr>
            <p:ph type="sldNum" idx="12"/>
          </p:nvPr>
        </p:nvSpPr>
        <p:spPr>
          <a:xfrm>
            <a:off x="11067976" y="6419932"/>
            <a:ext cx="500000" cy="110800"/>
          </a:xfrm>
          <a:prstGeom prst="rect">
            <a:avLst/>
          </a:prstGeom>
          <a:noFill/>
          <a:ln>
            <a:noFill/>
          </a:ln>
        </p:spPr>
        <p:txBody>
          <a:bodyPr spcFirstLastPara="1" wrap="square" lIns="0" tIns="0" rIns="0" bIns="0" anchor="ctr" anchorCtr="0">
            <a:spAutoFit/>
          </a:bodyPr>
          <a:lstStyle>
            <a:lvl1pPr marL="0" lvl="0"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1pPr>
            <a:lvl2pPr marL="0" lvl="1"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2pPr>
            <a:lvl3pPr marL="0" lvl="2"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3pPr>
            <a:lvl4pPr marL="0" lvl="3"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4pPr>
            <a:lvl5pPr marL="0" lvl="4"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5pPr>
            <a:lvl6pPr marL="0" lvl="5"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6pPr>
            <a:lvl7pPr marL="0" lvl="6"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7pPr>
            <a:lvl8pPr marL="0" lvl="7"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8pPr>
            <a:lvl9pPr marL="0" lvl="8"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9pPr>
          </a:lstStyle>
          <a:p>
            <a:r>
              <a:rPr lang="en-US"/>
              <a:t>Page </a:t>
            </a:r>
            <a:fld id="{00000000-1234-1234-1234-123412341234}" type="slidenum">
              <a:rPr lang="en" smtClean="0"/>
              <a:pPr/>
              <a:t>‹#›</a:t>
            </a:fld>
            <a:endParaRPr/>
          </a:p>
        </p:txBody>
      </p:sp>
      <p:sp>
        <p:nvSpPr>
          <p:cNvPr id="25" name="Google Shape;25;p4"/>
          <p:cNvSpPr txBox="1">
            <a:spLocks noGrp="1"/>
          </p:cNvSpPr>
          <p:nvPr>
            <p:ph type="title"/>
          </p:nvPr>
        </p:nvSpPr>
        <p:spPr>
          <a:xfrm>
            <a:off x="623888" y="1207981"/>
            <a:ext cx="4105600" cy="211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700"/>
              <a:buFont typeface="Inter"/>
              <a:buNone/>
              <a:defRPr sz="3600" b="0" i="0">
                <a:solidFill>
                  <a:schemeClr val="lt1"/>
                </a:solidFill>
                <a:latin typeface="Inter"/>
                <a:ea typeface="Inter"/>
                <a:cs typeface="Inter"/>
                <a:sym typeface="Inter"/>
              </a:defRPr>
            </a:lvl1pPr>
            <a:lvl2pPr lvl="1" algn="l">
              <a:lnSpc>
                <a:spcPct val="100000"/>
              </a:lnSpc>
              <a:spcBef>
                <a:spcPts val="0"/>
              </a:spcBef>
              <a:spcAft>
                <a:spcPts val="0"/>
              </a:spcAft>
              <a:buClr>
                <a:srgbClr val="FDFFF3"/>
              </a:buClr>
              <a:buSzPts val="1400"/>
              <a:buNone/>
              <a:defRPr/>
            </a:lvl2pPr>
            <a:lvl3pPr lvl="2" algn="l">
              <a:lnSpc>
                <a:spcPct val="100000"/>
              </a:lnSpc>
              <a:spcBef>
                <a:spcPts val="0"/>
              </a:spcBef>
              <a:spcAft>
                <a:spcPts val="0"/>
              </a:spcAft>
              <a:buClr>
                <a:srgbClr val="FDFFF3"/>
              </a:buClr>
              <a:buSzPts val="1400"/>
              <a:buNone/>
              <a:defRPr/>
            </a:lvl3pPr>
            <a:lvl4pPr lvl="3" algn="l">
              <a:lnSpc>
                <a:spcPct val="100000"/>
              </a:lnSpc>
              <a:spcBef>
                <a:spcPts val="0"/>
              </a:spcBef>
              <a:spcAft>
                <a:spcPts val="0"/>
              </a:spcAft>
              <a:buClr>
                <a:srgbClr val="FDFFF3"/>
              </a:buClr>
              <a:buSzPts val="1400"/>
              <a:buNone/>
              <a:defRPr/>
            </a:lvl4pPr>
            <a:lvl5pPr lvl="4" algn="l">
              <a:lnSpc>
                <a:spcPct val="100000"/>
              </a:lnSpc>
              <a:spcBef>
                <a:spcPts val="0"/>
              </a:spcBef>
              <a:spcAft>
                <a:spcPts val="0"/>
              </a:spcAft>
              <a:buClr>
                <a:srgbClr val="FDFFF3"/>
              </a:buClr>
              <a:buSzPts val="1400"/>
              <a:buNone/>
              <a:defRPr/>
            </a:lvl5pPr>
            <a:lvl6pPr lvl="5" algn="l">
              <a:lnSpc>
                <a:spcPct val="100000"/>
              </a:lnSpc>
              <a:spcBef>
                <a:spcPts val="0"/>
              </a:spcBef>
              <a:spcAft>
                <a:spcPts val="0"/>
              </a:spcAft>
              <a:buClr>
                <a:srgbClr val="FDFFF3"/>
              </a:buClr>
              <a:buSzPts val="1400"/>
              <a:buNone/>
              <a:defRPr/>
            </a:lvl6pPr>
            <a:lvl7pPr lvl="6" algn="l">
              <a:lnSpc>
                <a:spcPct val="100000"/>
              </a:lnSpc>
              <a:spcBef>
                <a:spcPts val="0"/>
              </a:spcBef>
              <a:spcAft>
                <a:spcPts val="0"/>
              </a:spcAft>
              <a:buClr>
                <a:srgbClr val="FDFFF3"/>
              </a:buClr>
              <a:buSzPts val="1400"/>
              <a:buNone/>
              <a:defRPr/>
            </a:lvl7pPr>
            <a:lvl8pPr lvl="7" algn="l">
              <a:lnSpc>
                <a:spcPct val="100000"/>
              </a:lnSpc>
              <a:spcBef>
                <a:spcPts val="0"/>
              </a:spcBef>
              <a:spcAft>
                <a:spcPts val="0"/>
              </a:spcAft>
              <a:buClr>
                <a:srgbClr val="FDFFF3"/>
              </a:buClr>
              <a:buSzPts val="1400"/>
              <a:buNone/>
              <a:defRPr/>
            </a:lvl8pPr>
            <a:lvl9pPr lvl="8" algn="l">
              <a:lnSpc>
                <a:spcPct val="100000"/>
              </a:lnSpc>
              <a:spcBef>
                <a:spcPts val="0"/>
              </a:spcBef>
              <a:spcAft>
                <a:spcPts val="0"/>
              </a:spcAft>
              <a:buClr>
                <a:srgbClr val="FDFFF3"/>
              </a:buClr>
              <a:buSzPts val="1400"/>
              <a:buNone/>
              <a:defRPr/>
            </a:lvl9pPr>
          </a:lstStyle>
          <a:p>
            <a:r>
              <a:rPr lang="en-GB"/>
              <a:t>Click to edit Master title style</a:t>
            </a:r>
            <a:endParaRPr/>
          </a:p>
        </p:txBody>
      </p:sp>
      <p:sp>
        <p:nvSpPr>
          <p:cNvPr id="26" name="Google Shape;26;p4"/>
          <p:cNvSpPr txBox="1">
            <a:spLocks noGrp="1"/>
          </p:cNvSpPr>
          <p:nvPr>
            <p:ph type="body" idx="2"/>
          </p:nvPr>
        </p:nvSpPr>
        <p:spPr>
          <a:xfrm>
            <a:off x="623888" y="341907"/>
            <a:ext cx="1429200" cy="24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dk2"/>
              </a:buClr>
              <a:buSzPts val="600"/>
              <a:buNone/>
              <a:defRPr sz="800">
                <a:solidFill>
                  <a:schemeClr val="dk2"/>
                </a:solidFill>
              </a:defRPr>
            </a:lvl1pPr>
            <a:lvl2pPr marL="1219170" lvl="1" indent="-423323" algn="l">
              <a:lnSpc>
                <a:spcPct val="114000"/>
              </a:lnSpc>
              <a:spcBef>
                <a:spcPts val="800"/>
              </a:spcBef>
              <a:spcAft>
                <a:spcPts val="0"/>
              </a:spcAft>
              <a:buClr>
                <a:schemeClr val="dk1"/>
              </a:buClr>
              <a:buSzPts val="1400"/>
              <a:buChar char="•"/>
              <a:defRPr/>
            </a:lvl2pPr>
            <a:lvl3pPr marL="1828754" lvl="2" indent="-423323" algn="l">
              <a:lnSpc>
                <a:spcPct val="114000"/>
              </a:lnSpc>
              <a:spcBef>
                <a:spcPts val="800"/>
              </a:spcBef>
              <a:spcAft>
                <a:spcPts val="0"/>
              </a:spcAft>
              <a:buClr>
                <a:schemeClr val="dk1"/>
              </a:buClr>
              <a:buSzPts val="1400"/>
              <a:buChar char="•"/>
              <a:defRPr/>
            </a:lvl3pPr>
            <a:lvl4pPr marL="2438339" lvl="3" indent="-423323" algn="l">
              <a:lnSpc>
                <a:spcPct val="114000"/>
              </a:lnSpc>
              <a:spcBef>
                <a:spcPts val="800"/>
              </a:spcBef>
              <a:spcAft>
                <a:spcPts val="0"/>
              </a:spcAft>
              <a:buClr>
                <a:schemeClr val="dk1"/>
              </a:buClr>
              <a:buSzPts val="1400"/>
              <a:buChar char="•"/>
              <a:defRPr/>
            </a:lvl4pPr>
            <a:lvl5pPr marL="3047924" lvl="4" indent="-423323" algn="l">
              <a:lnSpc>
                <a:spcPct val="114000"/>
              </a:lnSpc>
              <a:spcBef>
                <a:spcPts val="800"/>
              </a:spcBef>
              <a:spcAft>
                <a:spcPts val="0"/>
              </a:spcAft>
              <a:buClr>
                <a:schemeClr val="dk1"/>
              </a:buClr>
              <a:buSzPts val="1400"/>
              <a:buChar char="•"/>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27" name="Google Shape;27;p4"/>
          <p:cNvSpPr txBox="1">
            <a:spLocks noGrp="1"/>
          </p:cNvSpPr>
          <p:nvPr>
            <p:ph type="body" idx="3"/>
          </p:nvPr>
        </p:nvSpPr>
        <p:spPr>
          <a:xfrm>
            <a:off x="2480400" y="341907"/>
            <a:ext cx="2876800" cy="24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1"/>
              </a:buClr>
              <a:buSzPts val="600"/>
              <a:buNone/>
              <a:defRPr sz="800">
                <a:solidFill>
                  <a:schemeClr val="lt1"/>
                </a:solidFill>
              </a:defRPr>
            </a:lvl1pPr>
            <a:lvl2pPr marL="1219170" lvl="1" indent="-423323" algn="l">
              <a:lnSpc>
                <a:spcPct val="114000"/>
              </a:lnSpc>
              <a:spcBef>
                <a:spcPts val="800"/>
              </a:spcBef>
              <a:spcAft>
                <a:spcPts val="0"/>
              </a:spcAft>
              <a:buClr>
                <a:schemeClr val="dk1"/>
              </a:buClr>
              <a:buSzPts val="1400"/>
              <a:buChar char="•"/>
              <a:defRPr/>
            </a:lvl2pPr>
            <a:lvl3pPr marL="1828754" lvl="2" indent="-423323" algn="l">
              <a:lnSpc>
                <a:spcPct val="114000"/>
              </a:lnSpc>
              <a:spcBef>
                <a:spcPts val="800"/>
              </a:spcBef>
              <a:spcAft>
                <a:spcPts val="0"/>
              </a:spcAft>
              <a:buClr>
                <a:schemeClr val="dk1"/>
              </a:buClr>
              <a:buSzPts val="1400"/>
              <a:buChar char="•"/>
              <a:defRPr/>
            </a:lvl3pPr>
            <a:lvl4pPr marL="2438339" lvl="3" indent="-423323" algn="l">
              <a:lnSpc>
                <a:spcPct val="114000"/>
              </a:lnSpc>
              <a:spcBef>
                <a:spcPts val="800"/>
              </a:spcBef>
              <a:spcAft>
                <a:spcPts val="0"/>
              </a:spcAft>
              <a:buClr>
                <a:schemeClr val="dk1"/>
              </a:buClr>
              <a:buSzPts val="1400"/>
              <a:buChar char="•"/>
              <a:defRPr/>
            </a:lvl4pPr>
            <a:lvl5pPr marL="3047924" lvl="4" indent="-423323" algn="l">
              <a:lnSpc>
                <a:spcPct val="114000"/>
              </a:lnSpc>
              <a:spcBef>
                <a:spcPts val="800"/>
              </a:spcBef>
              <a:spcAft>
                <a:spcPts val="0"/>
              </a:spcAft>
              <a:buClr>
                <a:schemeClr val="dk1"/>
              </a:buClr>
              <a:buSzPts val="1400"/>
              <a:buChar char="•"/>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Tree>
    <p:extLst>
      <p:ext uri="{BB962C8B-B14F-4D97-AF65-F5344CB8AC3E}">
        <p14:creationId xmlns:p14="http://schemas.microsoft.com/office/powerpoint/2010/main" val="340077393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46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Text - dark">
    <p:bg>
      <p:bgPr>
        <a:solidFill>
          <a:srgbClr val="212133"/>
        </a:solidFill>
        <a:effectLst/>
      </p:bgPr>
    </p:bg>
    <p:spTree>
      <p:nvGrpSpPr>
        <p:cNvPr id="1" name=""/>
        <p:cNvGrpSpPr/>
        <p:nvPr/>
      </p:nvGrpSpPr>
      <p:grpSpPr>
        <a:xfrm>
          <a:off x="0" y="0"/>
          <a:ext cx="0" cy="0"/>
          <a:chOff x="0" y="0"/>
          <a:chExt cx="0" cy="0"/>
        </a:xfrm>
      </p:grpSpPr>
      <p:pic>
        <p:nvPicPr>
          <p:cNvPr id="5" name="Picture 4" descr="A black rectangular object with a black border&#10;&#10;Description automatically generated">
            <a:extLst>
              <a:ext uri="{FF2B5EF4-FFF2-40B4-BE49-F238E27FC236}">
                <a16:creationId xmlns:a16="http://schemas.microsoft.com/office/drawing/2014/main" id="{44698EE7-FF61-6FE3-52EB-D6F18A77CC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39" y="8572"/>
            <a:ext cx="12176761" cy="6849428"/>
          </a:xfrm>
          <a:prstGeom prst="rect">
            <a:avLst/>
          </a:prstGeom>
        </p:spPr>
      </p:pic>
      <p:sp>
        <p:nvSpPr>
          <p:cNvPr id="9" name="Body Level One…">
            <a:extLst>
              <a:ext uri="{FF2B5EF4-FFF2-40B4-BE49-F238E27FC236}">
                <a16:creationId xmlns:a16="http://schemas.microsoft.com/office/drawing/2014/main" id="{DF731D64-A704-3E45-B6D1-47CF93680310}"/>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tx2"/>
                </a:solidFill>
              </a:defRPr>
            </a:lvl1pPr>
            <a:lvl2pPr marL="228600" indent="0">
              <a:buNone/>
              <a:defRPr sz="1200">
                <a:solidFill>
                  <a:schemeClr val="tx2"/>
                </a:solidFill>
              </a:defRPr>
            </a:lvl2pPr>
            <a:lvl3pPr marL="457200" indent="0">
              <a:buNone/>
              <a:defRPr sz="1200">
                <a:solidFill>
                  <a:schemeClr val="tx2"/>
                </a:solidFill>
              </a:defRPr>
            </a:lvl3pPr>
            <a:lvl4pPr marL="685800" indent="0">
              <a:buNone/>
              <a:defRPr sz="1200">
                <a:solidFill>
                  <a:schemeClr val="tx2"/>
                </a:solidFill>
              </a:defRPr>
            </a:lvl4pPr>
            <a:lvl5pPr marL="914400" indent="0">
              <a:buNone/>
              <a:defRPr sz="12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Tree>
    <p:extLst>
      <p:ext uri="{BB962C8B-B14F-4D97-AF65-F5344CB8AC3E}">
        <p14:creationId xmlns:p14="http://schemas.microsoft.com/office/powerpoint/2010/main" val="101172654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3 columns - Dark" preserve="1">
  <p:cSld name="3 columns - Dark">
    <p:bg>
      <p:bgPr>
        <a:solidFill>
          <a:srgbClr val="212133"/>
        </a:solidFill>
        <a:effectLst/>
      </p:bgPr>
    </p:bg>
    <p:spTree>
      <p:nvGrpSpPr>
        <p:cNvPr id="1" name="Shape 30"/>
        <p:cNvGrpSpPr/>
        <p:nvPr/>
      </p:nvGrpSpPr>
      <p:grpSpPr>
        <a:xfrm>
          <a:off x="0" y="0"/>
          <a:ext cx="0" cy="0"/>
          <a:chOff x="0" y="0"/>
          <a:chExt cx="0" cy="0"/>
        </a:xfrm>
      </p:grpSpPr>
      <p:pic>
        <p:nvPicPr>
          <p:cNvPr id="31" name="Google Shape;31;p6" descr="A black rectangular object with a black border&#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2" name="Google Shape;32;p6"/>
          <p:cNvSpPr txBox="1">
            <a:spLocks noGrp="1"/>
          </p:cNvSpPr>
          <p:nvPr>
            <p:ph type="sldNum" idx="12"/>
          </p:nvPr>
        </p:nvSpPr>
        <p:spPr>
          <a:xfrm>
            <a:off x="11067976" y="6419932"/>
            <a:ext cx="500000" cy="110800"/>
          </a:xfrm>
          <a:prstGeom prst="rect">
            <a:avLst/>
          </a:prstGeom>
          <a:noFill/>
          <a:ln>
            <a:noFill/>
          </a:ln>
        </p:spPr>
        <p:txBody>
          <a:bodyPr spcFirstLastPara="1" wrap="square" lIns="0" tIns="0" rIns="0" bIns="0" anchor="ctr" anchorCtr="0">
            <a:spAutoFit/>
          </a:bodyPr>
          <a:lstStyle>
            <a:lvl1pPr marL="0" lvl="0"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1pPr>
            <a:lvl2pPr marL="0" lvl="1"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2pPr>
            <a:lvl3pPr marL="0" lvl="2"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3pPr>
            <a:lvl4pPr marL="0" lvl="3"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4pPr>
            <a:lvl5pPr marL="0" lvl="4"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5pPr>
            <a:lvl6pPr marL="0" lvl="5"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6pPr>
            <a:lvl7pPr marL="0" lvl="6"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7pPr>
            <a:lvl8pPr marL="0" lvl="7"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8pPr>
            <a:lvl9pPr marL="0" lvl="8"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9pPr>
          </a:lstStyle>
          <a:p>
            <a:r>
              <a:rPr lang="en-US"/>
              <a:t>Page </a:t>
            </a:r>
            <a:fld id="{00000000-1234-1234-1234-123412341234}" type="slidenum">
              <a:rPr lang="en" smtClean="0"/>
              <a:pPr/>
              <a:t>‹#›</a:t>
            </a:fld>
            <a:endParaRPr/>
          </a:p>
        </p:txBody>
      </p:sp>
      <p:sp>
        <p:nvSpPr>
          <p:cNvPr id="33" name="Google Shape;33;p6"/>
          <p:cNvSpPr txBox="1">
            <a:spLocks noGrp="1"/>
          </p:cNvSpPr>
          <p:nvPr>
            <p:ph type="title"/>
          </p:nvPr>
        </p:nvSpPr>
        <p:spPr>
          <a:xfrm>
            <a:off x="623888" y="1207981"/>
            <a:ext cx="4105600" cy="211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700"/>
              <a:buFont typeface="Inter"/>
              <a:buNone/>
              <a:defRPr sz="3600" b="0" i="0">
                <a:solidFill>
                  <a:schemeClr val="lt1"/>
                </a:solidFill>
                <a:latin typeface="Inter"/>
                <a:ea typeface="Inter"/>
                <a:cs typeface="Inter"/>
                <a:sym typeface="Inter"/>
              </a:defRPr>
            </a:lvl1pPr>
            <a:lvl2pPr lvl="1" algn="l">
              <a:lnSpc>
                <a:spcPct val="100000"/>
              </a:lnSpc>
              <a:spcBef>
                <a:spcPts val="0"/>
              </a:spcBef>
              <a:spcAft>
                <a:spcPts val="0"/>
              </a:spcAft>
              <a:buClr>
                <a:srgbClr val="FDFFF3"/>
              </a:buClr>
              <a:buSzPts val="1400"/>
              <a:buNone/>
              <a:defRPr/>
            </a:lvl2pPr>
            <a:lvl3pPr lvl="2" algn="l">
              <a:lnSpc>
                <a:spcPct val="100000"/>
              </a:lnSpc>
              <a:spcBef>
                <a:spcPts val="0"/>
              </a:spcBef>
              <a:spcAft>
                <a:spcPts val="0"/>
              </a:spcAft>
              <a:buClr>
                <a:srgbClr val="FDFFF3"/>
              </a:buClr>
              <a:buSzPts val="1400"/>
              <a:buNone/>
              <a:defRPr/>
            </a:lvl3pPr>
            <a:lvl4pPr lvl="3" algn="l">
              <a:lnSpc>
                <a:spcPct val="100000"/>
              </a:lnSpc>
              <a:spcBef>
                <a:spcPts val="0"/>
              </a:spcBef>
              <a:spcAft>
                <a:spcPts val="0"/>
              </a:spcAft>
              <a:buClr>
                <a:srgbClr val="FDFFF3"/>
              </a:buClr>
              <a:buSzPts val="1400"/>
              <a:buNone/>
              <a:defRPr/>
            </a:lvl4pPr>
            <a:lvl5pPr lvl="4" algn="l">
              <a:lnSpc>
                <a:spcPct val="100000"/>
              </a:lnSpc>
              <a:spcBef>
                <a:spcPts val="0"/>
              </a:spcBef>
              <a:spcAft>
                <a:spcPts val="0"/>
              </a:spcAft>
              <a:buClr>
                <a:srgbClr val="FDFFF3"/>
              </a:buClr>
              <a:buSzPts val="1400"/>
              <a:buNone/>
              <a:defRPr/>
            </a:lvl5pPr>
            <a:lvl6pPr lvl="5" algn="l">
              <a:lnSpc>
                <a:spcPct val="100000"/>
              </a:lnSpc>
              <a:spcBef>
                <a:spcPts val="0"/>
              </a:spcBef>
              <a:spcAft>
                <a:spcPts val="0"/>
              </a:spcAft>
              <a:buClr>
                <a:srgbClr val="FDFFF3"/>
              </a:buClr>
              <a:buSzPts val="1400"/>
              <a:buNone/>
              <a:defRPr/>
            </a:lvl6pPr>
            <a:lvl7pPr lvl="6" algn="l">
              <a:lnSpc>
                <a:spcPct val="100000"/>
              </a:lnSpc>
              <a:spcBef>
                <a:spcPts val="0"/>
              </a:spcBef>
              <a:spcAft>
                <a:spcPts val="0"/>
              </a:spcAft>
              <a:buClr>
                <a:srgbClr val="FDFFF3"/>
              </a:buClr>
              <a:buSzPts val="1400"/>
              <a:buNone/>
              <a:defRPr/>
            </a:lvl7pPr>
            <a:lvl8pPr lvl="7" algn="l">
              <a:lnSpc>
                <a:spcPct val="100000"/>
              </a:lnSpc>
              <a:spcBef>
                <a:spcPts val="0"/>
              </a:spcBef>
              <a:spcAft>
                <a:spcPts val="0"/>
              </a:spcAft>
              <a:buClr>
                <a:srgbClr val="FDFFF3"/>
              </a:buClr>
              <a:buSzPts val="1400"/>
              <a:buNone/>
              <a:defRPr/>
            </a:lvl8pPr>
            <a:lvl9pPr lvl="8" algn="l">
              <a:lnSpc>
                <a:spcPct val="100000"/>
              </a:lnSpc>
              <a:spcBef>
                <a:spcPts val="0"/>
              </a:spcBef>
              <a:spcAft>
                <a:spcPts val="0"/>
              </a:spcAft>
              <a:buClr>
                <a:srgbClr val="FDFFF3"/>
              </a:buClr>
              <a:buSzPts val="1400"/>
              <a:buNone/>
              <a:defRPr/>
            </a:lvl9pPr>
          </a:lstStyle>
          <a:p>
            <a:r>
              <a:rPr lang="en-GB"/>
              <a:t>Click to edit Master title style</a:t>
            </a:r>
            <a:endParaRPr/>
          </a:p>
        </p:txBody>
      </p:sp>
      <p:sp>
        <p:nvSpPr>
          <p:cNvPr id="34" name="Google Shape;34;p6"/>
          <p:cNvSpPr txBox="1">
            <a:spLocks noGrp="1"/>
          </p:cNvSpPr>
          <p:nvPr>
            <p:ph type="body" idx="1"/>
          </p:nvPr>
        </p:nvSpPr>
        <p:spPr>
          <a:xfrm>
            <a:off x="623888" y="341907"/>
            <a:ext cx="1429200" cy="24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dk2"/>
              </a:buClr>
              <a:buSzPts val="600"/>
              <a:buNone/>
              <a:defRPr sz="800">
                <a:solidFill>
                  <a:schemeClr val="dk2"/>
                </a:solidFill>
              </a:defRPr>
            </a:lvl1pPr>
            <a:lvl2pPr marL="1219170" lvl="1" indent="-423323" algn="l">
              <a:lnSpc>
                <a:spcPct val="114000"/>
              </a:lnSpc>
              <a:spcBef>
                <a:spcPts val="800"/>
              </a:spcBef>
              <a:spcAft>
                <a:spcPts val="0"/>
              </a:spcAft>
              <a:buClr>
                <a:schemeClr val="dk1"/>
              </a:buClr>
              <a:buSzPts val="1400"/>
              <a:buChar char="•"/>
              <a:defRPr/>
            </a:lvl2pPr>
            <a:lvl3pPr marL="1828754" lvl="2" indent="-423323" algn="l">
              <a:lnSpc>
                <a:spcPct val="114000"/>
              </a:lnSpc>
              <a:spcBef>
                <a:spcPts val="800"/>
              </a:spcBef>
              <a:spcAft>
                <a:spcPts val="0"/>
              </a:spcAft>
              <a:buClr>
                <a:schemeClr val="dk1"/>
              </a:buClr>
              <a:buSzPts val="1400"/>
              <a:buChar char="•"/>
              <a:defRPr/>
            </a:lvl3pPr>
            <a:lvl4pPr marL="2438339" lvl="3" indent="-423323" algn="l">
              <a:lnSpc>
                <a:spcPct val="114000"/>
              </a:lnSpc>
              <a:spcBef>
                <a:spcPts val="800"/>
              </a:spcBef>
              <a:spcAft>
                <a:spcPts val="0"/>
              </a:spcAft>
              <a:buClr>
                <a:schemeClr val="dk1"/>
              </a:buClr>
              <a:buSzPts val="1400"/>
              <a:buChar char="•"/>
              <a:defRPr/>
            </a:lvl4pPr>
            <a:lvl5pPr marL="3047924" lvl="4" indent="-423323" algn="l">
              <a:lnSpc>
                <a:spcPct val="114000"/>
              </a:lnSpc>
              <a:spcBef>
                <a:spcPts val="800"/>
              </a:spcBef>
              <a:spcAft>
                <a:spcPts val="0"/>
              </a:spcAft>
              <a:buClr>
                <a:schemeClr val="dk1"/>
              </a:buClr>
              <a:buSzPts val="1400"/>
              <a:buChar char="•"/>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35" name="Google Shape;35;p6"/>
          <p:cNvSpPr txBox="1">
            <a:spLocks noGrp="1"/>
          </p:cNvSpPr>
          <p:nvPr>
            <p:ph type="body" idx="2"/>
          </p:nvPr>
        </p:nvSpPr>
        <p:spPr>
          <a:xfrm>
            <a:off x="2480400" y="341907"/>
            <a:ext cx="2876800" cy="24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1"/>
              </a:buClr>
              <a:buSzPts val="600"/>
              <a:buNone/>
              <a:defRPr sz="800">
                <a:solidFill>
                  <a:schemeClr val="lt1"/>
                </a:solidFill>
              </a:defRPr>
            </a:lvl1pPr>
            <a:lvl2pPr marL="1219170" lvl="1" indent="-423323" algn="l">
              <a:lnSpc>
                <a:spcPct val="114000"/>
              </a:lnSpc>
              <a:spcBef>
                <a:spcPts val="800"/>
              </a:spcBef>
              <a:spcAft>
                <a:spcPts val="0"/>
              </a:spcAft>
              <a:buClr>
                <a:schemeClr val="dk1"/>
              </a:buClr>
              <a:buSzPts val="1400"/>
              <a:buChar char="•"/>
              <a:defRPr/>
            </a:lvl2pPr>
            <a:lvl3pPr marL="1828754" lvl="2" indent="-423323" algn="l">
              <a:lnSpc>
                <a:spcPct val="114000"/>
              </a:lnSpc>
              <a:spcBef>
                <a:spcPts val="800"/>
              </a:spcBef>
              <a:spcAft>
                <a:spcPts val="0"/>
              </a:spcAft>
              <a:buClr>
                <a:schemeClr val="dk1"/>
              </a:buClr>
              <a:buSzPts val="1400"/>
              <a:buChar char="•"/>
              <a:defRPr/>
            </a:lvl3pPr>
            <a:lvl4pPr marL="2438339" lvl="3" indent="-423323" algn="l">
              <a:lnSpc>
                <a:spcPct val="114000"/>
              </a:lnSpc>
              <a:spcBef>
                <a:spcPts val="800"/>
              </a:spcBef>
              <a:spcAft>
                <a:spcPts val="0"/>
              </a:spcAft>
              <a:buClr>
                <a:schemeClr val="dk1"/>
              </a:buClr>
              <a:buSzPts val="1400"/>
              <a:buChar char="•"/>
              <a:defRPr/>
            </a:lvl4pPr>
            <a:lvl5pPr marL="3047924" lvl="4" indent="-423323" algn="l">
              <a:lnSpc>
                <a:spcPct val="114000"/>
              </a:lnSpc>
              <a:spcBef>
                <a:spcPts val="800"/>
              </a:spcBef>
              <a:spcAft>
                <a:spcPts val="0"/>
              </a:spcAft>
              <a:buClr>
                <a:schemeClr val="dk1"/>
              </a:buClr>
              <a:buSzPts val="1400"/>
              <a:buChar char="•"/>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36" name="Google Shape;36;p6"/>
          <p:cNvSpPr txBox="1">
            <a:spLocks noGrp="1"/>
          </p:cNvSpPr>
          <p:nvPr>
            <p:ph type="body" idx="3"/>
          </p:nvPr>
        </p:nvSpPr>
        <p:spPr>
          <a:xfrm>
            <a:off x="623888" y="4182092"/>
            <a:ext cx="2550800" cy="87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1"/>
              </a:buClr>
              <a:buSzPts val="900"/>
              <a:buNone/>
              <a:defRPr sz="1200">
                <a:solidFill>
                  <a:schemeClr val="lt1"/>
                </a:solidFill>
              </a:defRPr>
            </a:lvl1pPr>
            <a:lvl2pPr marL="1219170" lvl="1" indent="-304792" algn="l">
              <a:lnSpc>
                <a:spcPct val="114000"/>
              </a:lnSpc>
              <a:spcBef>
                <a:spcPts val="800"/>
              </a:spcBef>
              <a:spcAft>
                <a:spcPts val="0"/>
              </a:spcAft>
              <a:buClr>
                <a:schemeClr val="lt1"/>
              </a:buClr>
              <a:buSzPts val="900"/>
              <a:buNone/>
              <a:defRPr sz="1200">
                <a:solidFill>
                  <a:schemeClr val="lt1"/>
                </a:solidFill>
              </a:defRPr>
            </a:lvl2pPr>
            <a:lvl3pPr marL="1828754" lvl="2" indent="-304792" algn="l">
              <a:lnSpc>
                <a:spcPct val="114000"/>
              </a:lnSpc>
              <a:spcBef>
                <a:spcPts val="800"/>
              </a:spcBef>
              <a:spcAft>
                <a:spcPts val="0"/>
              </a:spcAft>
              <a:buClr>
                <a:schemeClr val="lt1"/>
              </a:buClr>
              <a:buSzPts val="900"/>
              <a:buNone/>
              <a:defRPr sz="1200">
                <a:solidFill>
                  <a:schemeClr val="lt1"/>
                </a:solidFill>
              </a:defRPr>
            </a:lvl3pPr>
            <a:lvl4pPr marL="2438339" lvl="3" indent="-304792" algn="l">
              <a:lnSpc>
                <a:spcPct val="114000"/>
              </a:lnSpc>
              <a:spcBef>
                <a:spcPts val="800"/>
              </a:spcBef>
              <a:spcAft>
                <a:spcPts val="0"/>
              </a:spcAft>
              <a:buClr>
                <a:schemeClr val="lt1"/>
              </a:buClr>
              <a:buSzPts val="900"/>
              <a:buNone/>
              <a:defRPr sz="1200">
                <a:solidFill>
                  <a:schemeClr val="lt1"/>
                </a:solidFill>
              </a:defRPr>
            </a:lvl4pPr>
            <a:lvl5pPr marL="3047924" lvl="4" indent="-304792" algn="l">
              <a:lnSpc>
                <a:spcPct val="114000"/>
              </a:lnSpc>
              <a:spcBef>
                <a:spcPts val="800"/>
              </a:spcBef>
              <a:spcAft>
                <a:spcPts val="0"/>
              </a:spcAft>
              <a:buClr>
                <a:schemeClr val="lt1"/>
              </a:buClr>
              <a:buSzPts val="900"/>
              <a:buNone/>
              <a:defRPr sz="1200">
                <a:solidFill>
                  <a:schemeClr val="lt1"/>
                </a:solidFill>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37" name="Google Shape;37;p6"/>
          <p:cNvSpPr txBox="1">
            <a:spLocks noGrp="1"/>
          </p:cNvSpPr>
          <p:nvPr>
            <p:ph type="body" idx="4"/>
          </p:nvPr>
        </p:nvSpPr>
        <p:spPr>
          <a:xfrm>
            <a:off x="4327721" y="4182092"/>
            <a:ext cx="2550800" cy="87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1"/>
              </a:buClr>
              <a:buSzPts val="900"/>
              <a:buNone/>
              <a:defRPr sz="1200">
                <a:solidFill>
                  <a:schemeClr val="lt1"/>
                </a:solidFill>
              </a:defRPr>
            </a:lvl1pPr>
            <a:lvl2pPr marL="1219170" lvl="1" indent="-304792" algn="l">
              <a:lnSpc>
                <a:spcPct val="114000"/>
              </a:lnSpc>
              <a:spcBef>
                <a:spcPts val="800"/>
              </a:spcBef>
              <a:spcAft>
                <a:spcPts val="0"/>
              </a:spcAft>
              <a:buClr>
                <a:schemeClr val="lt1"/>
              </a:buClr>
              <a:buSzPts val="900"/>
              <a:buNone/>
              <a:defRPr sz="1200">
                <a:solidFill>
                  <a:schemeClr val="lt1"/>
                </a:solidFill>
              </a:defRPr>
            </a:lvl2pPr>
            <a:lvl3pPr marL="1828754" lvl="2" indent="-304792" algn="l">
              <a:lnSpc>
                <a:spcPct val="114000"/>
              </a:lnSpc>
              <a:spcBef>
                <a:spcPts val="800"/>
              </a:spcBef>
              <a:spcAft>
                <a:spcPts val="0"/>
              </a:spcAft>
              <a:buClr>
                <a:schemeClr val="lt1"/>
              </a:buClr>
              <a:buSzPts val="900"/>
              <a:buNone/>
              <a:defRPr sz="1200">
                <a:solidFill>
                  <a:schemeClr val="lt1"/>
                </a:solidFill>
              </a:defRPr>
            </a:lvl3pPr>
            <a:lvl4pPr marL="2438339" lvl="3" indent="-304792" algn="l">
              <a:lnSpc>
                <a:spcPct val="114000"/>
              </a:lnSpc>
              <a:spcBef>
                <a:spcPts val="800"/>
              </a:spcBef>
              <a:spcAft>
                <a:spcPts val="0"/>
              </a:spcAft>
              <a:buClr>
                <a:schemeClr val="lt1"/>
              </a:buClr>
              <a:buSzPts val="900"/>
              <a:buNone/>
              <a:defRPr sz="1200">
                <a:solidFill>
                  <a:schemeClr val="lt1"/>
                </a:solidFill>
              </a:defRPr>
            </a:lvl4pPr>
            <a:lvl5pPr marL="3047924" lvl="4" indent="-304792" algn="l">
              <a:lnSpc>
                <a:spcPct val="114000"/>
              </a:lnSpc>
              <a:spcBef>
                <a:spcPts val="800"/>
              </a:spcBef>
              <a:spcAft>
                <a:spcPts val="0"/>
              </a:spcAft>
              <a:buClr>
                <a:schemeClr val="lt1"/>
              </a:buClr>
              <a:buSzPts val="900"/>
              <a:buNone/>
              <a:defRPr sz="1200">
                <a:solidFill>
                  <a:schemeClr val="lt1"/>
                </a:solidFill>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38" name="Google Shape;38;p6"/>
          <p:cNvSpPr txBox="1">
            <a:spLocks noGrp="1"/>
          </p:cNvSpPr>
          <p:nvPr>
            <p:ph type="body" idx="5"/>
          </p:nvPr>
        </p:nvSpPr>
        <p:spPr>
          <a:xfrm>
            <a:off x="8031555" y="4182092"/>
            <a:ext cx="2550800" cy="87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1"/>
              </a:buClr>
              <a:buSzPts val="900"/>
              <a:buNone/>
              <a:defRPr sz="1200">
                <a:solidFill>
                  <a:schemeClr val="lt1"/>
                </a:solidFill>
              </a:defRPr>
            </a:lvl1pPr>
            <a:lvl2pPr marL="1219170" lvl="1" indent="-304792" algn="l">
              <a:lnSpc>
                <a:spcPct val="114000"/>
              </a:lnSpc>
              <a:spcBef>
                <a:spcPts val="800"/>
              </a:spcBef>
              <a:spcAft>
                <a:spcPts val="0"/>
              </a:spcAft>
              <a:buClr>
                <a:schemeClr val="lt1"/>
              </a:buClr>
              <a:buSzPts val="900"/>
              <a:buNone/>
              <a:defRPr sz="1200">
                <a:solidFill>
                  <a:schemeClr val="lt1"/>
                </a:solidFill>
              </a:defRPr>
            </a:lvl2pPr>
            <a:lvl3pPr marL="1828754" lvl="2" indent="-304792" algn="l">
              <a:lnSpc>
                <a:spcPct val="114000"/>
              </a:lnSpc>
              <a:spcBef>
                <a:spcPts val="800"/>
              </a:spcBef>
              <a:spcAft>
                <a:spcPts val="0"/>
              </a:spcAft>
              <a:buClr>
                <a:schemeClr val="lt1"/>
              </a:buClr>
              <a:buSzPts val="900"/>
              <a:buNone/>
              <a:defRPr sz="1200">
                <a:solidFill>
                  <a:schemeClr val="lt1"/>
                </a:solidFill>
              </a:defRPr>
            </a:lvl3pPr>
            <a:lvl4pPr marL="2438339" lvl="3" indent="-304792" algn="l">
              <a:lnSpc>
                <a:spcPct val="114000"/>
              </a:lnSpc>
              <a:spcBef>
                <a:spcPts val="800"/>
              </a:spcBef>
              <a:spcAft>
                <a:spcPts val="0"/>
              </a:spcAft>
              <a:buClr>
                <a:schemeClr val="lt1"/>
              </a:buClr>
              <a:buSzPts val="900"/>
              <a:buNone/>
              <a:defRPr sz="1200">
                <a:solidFill>
                  <a:schemeClr val="lt1"/>
                </a:solidFill>
              </a:defRPr>
            </a:lvl4pPr>
            <a:lvl5pPr marL="3047924" lvl="4" indent="-304792" algn="l">
              <a:lnSpc>
                <a:spcPct val="114000"/>
              </a:lnSpc>
              <a:spcBef>
                <a:spcPts val="800"/>
              </a:spcBef>
              <a:spcAft>
                <a:spcPts val="0"/>
              </a:spcAft>
              <a:buClr>
                <a:schemeClr val="lt1"/>
              </a:buClr>
              <a:buSzPts val="900"/>
              <a:buNone/>
              <a:defRPr sz="1200">
                <a:solidFill>
                  <a:schemeClr val="lt1"/>
                </a:solidFill>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Tree>
    <p:extLst>
      <p:ext uri="{BB962C8B-B14F-4D97-AF65-F5344CB8AC3E}">
        <p14:creationId xmlns:p14="http://schemas.microsoft.com/office/powerpoint/2010/main" val="135805151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46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ext">
    <p:bg>
      <p:bgPr>
        <a:solidFill>
          <a:srgbClr val="212133"/>
        </a:solidFill>
        <a:effectLst/>
      </p:bgPr>
    </p:bg>
    <p:spTree>
      <p:nvGrpSpPr>
        <p:cNvPr id="1" name=""/>
        <p:cNvGrpSpPr/>
        <p:nvPr/>
      </p:nvGrpSpPr>
      <p:grpSpPr>
        <a:xfrm>
          <a:off x="0" y="0"/>
          <a:ext cx="0" cy="0"/>
          <a:chOff x="0" y="0"/>
          <a:chExt cx="0" cy="0"/>
        </a:xfrm>
      </p:grpSpPr>
      <p:pic>
        <p:nvPicPr>
          <p:cNvPr id="5" name="Picture 4" descr="A black rectangular object with a black border&#10;&#10;Description automatically generated">
            <a:extLst>
              <a:ext uri="{FF2B5EF4-FFF2-40B4-BE49-F238E27FC236}">
                <a16:creationId xmlns:a16="http://schemas.microsoft.com/office/drawing/2014/main" id="{44698EE7-FF61-6FE3-52EB-D6F18A77CC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39" y="8572"/>
            <a:ext cx="12176761" cy="6849428"/>
          </a:xfrm>
          <a:prstGeom prst="rect">
            <a:avLst/>
          </a:prstGeom>
        </p:spPr>
      </p:pic>
      <p:sp>
        <p:nvSpPr>
          <p:cNvPr id="9" name="Body Level One…">
            <a:extLst>
              <a:ext uri="{FF2B5EF4-FFF2-40B4-BE49-F238E27FC236}">
                <a16:creationId xmlns:a16="http://schemas.microsoft.com/office/drawing/2014/main" id="{DF731D64-A704-3E45-B6D1-47CF93680310}"/>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tx2"/>
                </a:solidFill>
              </a:defRPr>
            </a:lvl1pPr>
            <a:lvl2pPr marL="228600" indent="0">
              <a:buNone/>
              <a:defRPr sz="1200">
                <a:solidFill>
                  <a:schemeClr val="tx2"/>
                </a:solidFill>
              </a:defRPr>
            </a:lvl2pPr>
            <a:lvl3pPr marL="457200" indent="0">
              <a:buNone/>
              <a:defRPr sz="1200">
                <a:solidFill>
                  <a:schemeClr val="tx2"/>
                </a:solidFill>
              </a:defRPr>
            </a:lvl3pPr>
            <a:lvl4pPr marL="685800" indent="0">
              <a:buNone/>
              <a:defRPr sz="1200">
                <a:solidFill>
                  <a:schemeClr val="tx2"/>
                </a:solidFill>
              </a:defRPr>
            </a:lvl4pPr>
            <a:lvl5pPr marL="914400" indent="0">
              <a:buNone/>
              <a:defRPr sz="12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Tree>
    <p:extLst>
      <p:ext uri="{BB962C8B-B14F-4D97-AF65-F5344CB8AC3E}">
        <p14:creationId xmlns:p14="http://schemas.microsoft.com/office/powerpoint/2010/main" val="182186607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Agenda">
    <p:bg>
      <p:bgPr>
        <a:solidFill>
          <a:srgbClr val="FFFFFF"/>
        </a:solidFill>
        <a:effectLst/>
      </p:bgPr>
    </p:bg>
    <p:spTree>
      <p:nvGrpSpPr>
        <p:cNvPr id="1" name=""/>
        <p:cNvGrpSpPr/>
        <p:nvPr/>
      </p:nvGrpSpPr>
      <p:grpSpPr>
        <a:xfrm>
          <a:off x="0" y="0"/>
          <a:ext cx="0" cy="0"/>
          <a:chOff x="0" y="0"/>
          <a:chExt cx="0" cy="0"/>
        </a:xfrm>
      </p:grpSpPr>
      <p:sp>
        <p:nvSpPr>
          <p:cNvPr id="150" name="Agenda Title"/>
          <p:cNvSpPr txBox="1">
            <a:spLocks noGrp="1"/>
          </p:cNvSpPr>
          <p:nvPr>
            <p:ph type="title" hasCustomPrompt="1"/>
          </p:nvPr>
        </p:nvSpPr>
        <p:spPr>
          <a:xfrm>
            <a:off x="603250" y="383336"/>
            <a:ext cx="10985500" cy="717551"/>
          </a:xfrm>
          <a:prstGeom prst="rect">
            <a:avLst/>
          </a:prstGeom>
        </p:spPr>
        <p:txBody>
          <a:bodyPr/>
          <a:lstStyle>
            <a:lvl1pPr>
              <a:defRPr sz="3000" spc="-60">
                <a:solidFill>
                  <a:srgbClr val="FFFFFF"/>
                </a:solidFill>
                <a:latin typeface="Helvetica"/>
                <a:ea typeface="Helvetica"/>
                <a:cs typeface="Helvetica"/>
                <a:sym typeface="Helvetica"/>
              </a:defRPr>
            </a:lvl1pPr>
          </a:lstStyle>
          <a:p>
            <a:r>
              <a:t>Agenda Title</a:t>
            </a:r>
          </a:p>
        </p:txBody>
      </p:sp>
      <p:sp>
        <p:nvSpPr>
          <p:cNvPr id="151" name="Agenda Subtitle"/>
          <p:cNvSpPr txBox="1">
            <a:spLocks noGrp="1"/>
          </p:cNvSpPr>
          <p:nvPr>
            <p:ph type="body" sz="quarter" idx="21" hasCustomPrompt="1"/>
          </p:nvPr>
        </p:nvSpPr>
        <p:spPr>
          <a:xfrm>
            <a:off x="603250" y="947745"/>
            <a:ext cx="10985500" cy="467390"/>
          </a:xfrm>
          <a:prstGeom prst="rect">
            <a:avLst/>
          </a:prstGeom>
        </p:spPr>
        <p:txBody>
          <a:bodyPr lIns="45719" tIns="45719" rIns="45719" bIns="45719"/>
          <a:lstStyle>
            <a:lvl1pPr marL="0" indent="0" defTabSz="412750">
              <a:lnSpc>
                <a:spcPct val="100000"/>
              </a:lnSpc>
              <a:spcBef>
                <a:spcPts val="0"/>
              </a:spcBef>
              <a:buSzTx/>
              <a:buNone/>
              <a:defRPr sz="2000" b="1">
                <a:solidFill>
                  <a:srgbClr val="FFFFFF"/>
                </a:solidFill>
                <a:latin typeface="Helvetica"/>
                <a:ea typeface="Helvetica"/>
                <a:cs typeface="Helvetica"/>
                <a:sym typeface="Helvetica"/>
              </a:defRPr>
            </a:lvl1pPr>
          </a:lstStyle>
          <a:p>
            <a:r>
              <a:t>Agenda Subtitle</a:t>
            </a:r>
          </a:p>
        </p:txBody>
      </p:sp>
      <p:sp>
        <p:nvSpPr>
          <p:cNvPr id="152" name="Body Level One…"/>
          <p:cNvSpPr txBox="1">
            <a:spLocks noGrp="1"/>
          </p:cNvSpPr>
          <p:nvPr>
            <p:ph type="body" idx="1" hasCustomPrompt="1"/>
          </p:nvPr>
        </p:nvSpPr>
        <p:spPr>
          <a:xfrm>
            <a:off x="603250" y="1682979"/>
            <a:ext cx="10985500" cy="4682281"/>
          </a:xfrm>
          <a:prstGeom prst="rect">
            <a:avLst/>
          </a:prstGeom>
        </p:spPr>
        <p:txBody>
          <a:bodyPr/>
          <a:lstStyle>
            <a:lvl1pPr marL="0" indent="0" defTabSz="412750">
              <a:lnSpc>
                <a:spcPct val="100000"/>
              </a:lnSpc>
              <a:spcBef>
                <a:spcPts val="2550"/>
              </a:spcBef>
              <a:buSzTx/>
              <a:buNone/>
              <a:defRPr sz="1500" spc="-14">
                <a:solidFill>
                  <a:srgbClr val="FFFFFF"/>
                </a:solidFill>
                <a:latin typeface="Helvetica"/>
                <a:ea typeface="Helvetica"/>
                <a:cs typeface="Helvetica"/>
                <a:sym typeface="Helvetica"/>
              </a:defRPr>
            </a:lvl1pPr>
            <a:lvl2pPr marL="0" indent="228600" defTabSz="412750">
              <a:lnSpc>
                <a:spcPct val="100000"/>
              </a:lnSpc>
              <a:spcBef>
                <a:spcPts val="2550"/>
              </a:spcBef>
              <a:buSzTx/>
              <a:buNone/>
              <a:defRPr sz="1500" spc="-14">
                <a:solidFill>
                  <a:srgbClr val="FFFFFF"/>
                </a:solidFill>
                <a:latin typeface="Helvetica"/>
                <a:ea typeface="Helvetica"/>
                <a:cs typeface="Helvetica"/>
                <a:sym typeface="Helvetica"/>
              </a:defRPr>
            </a:lvl2pPr>
            <a:lvl3pPr marL="0" indent="457200" defTabSz="412750">
              <a:lnSpc>
                <a:spcPct val="100000"/>
              </a:lnSpc>
              <a:spcBef>
                <a:spcPts val="2550"/>
              </a:spcBef>
              <a:buSzTx/>
              <a:buNone/>
              <a:defRPr sz="1500" spc="-14">
                <a:solidFill>
                  <a:srgbClr val="FFFFFF"/>
                </a:solidFill>
                <a:latin typeface="Helvetica"/>
                <a:ea typeface="Helvetica"/>
                <a:cs typeface="Helvetica"/>
                <a:sym typeface="Helvetica"/>
              </a:defRPr>
            </a:lvl3pPr>
            <a:lvl4pPr marL="0" indent="685800" defTabSz="412750">
              <a:lnSpc>
                <a:spcPct val="100000"/>
              </a:lnSpc>
              <a:spcBef>
                <a:spcPts val="2550"/>
              </a:spcBef>
              <a:buSzTx/>
              <a:buNone/>
              <a:defRPr sz="1500" spc="-14">
                <a:solidFill>
                  <a:srgbClr val="FFFFFF"/>
                </a:solidFill>
                <a:latin typeface="Helvetica"/>
                <a:ea typeface="Helvetica"/>
                <a:cs typeface="Helvetica"/>
                <a:sym typeface="Helvetica"/>
              </a:defRPr>
            </a:lvl4pPr>
            <a:lvl5pPr marL="0" indent="914400" defTabSz="412750">
              <a:lnSpc>
                <a:spcPct val="100000"/>
              </a:lnSpc>
              <a:spcBef>
                <a:spcPts val="2550"/>
              </a:spcBef>
              <a:buSzTx/>
              <a:buNone/>
              <a:defRPr sz="1500" spc="-14">
                <a:solidFill>
                  <a:srgbClr val="FFFFFF"/>
                </a:solidFill>
                <a:latin typeface="Helvetica"/>
                <a:ea typeface="Helvetica"/>
                <a:cs typeface="Helvetica"/>
                <a:sym typeface="Helvetica"/>
              </a:defRPr>
            </a:lvl5pPr>
          </a:lstStyle>
          <a:p>
            <a:r>
              <a:t>Agenda Topics</a:t>
            </a:r>
          </a:p>
          <a:p>
            <a:pPr lvl="1"/>
            <a:endParaRPr/>
          </a:p>
          <a:p>
            <a:pPr lvl="2"/>
            <a:endParaRPr/>
          </a:p>
          <a:p>
            <a:pPr lvl="3"/>
            <a:endParaRPr/>
          </a:p>
          <a:p>
            <a:pPr lvl="4"/>
            <a:endParaRPr/>
          </a:p>
        </p:txBody>
      </p:sp>
      <p:pic>
        <p:nvPicPr>
          <p:cNvPr id="153" name="polyai-logo-mark-slate-rgb-900px-w-72ppi.png" descr="polyai-logo-mark-slate-rgb-900px-w-72ppi.png"/>
          <p:cNvPicPr>
            <a:picLocks noChangeAspect="1"/>
          </p:cNvPicPr>
          <p:nvPr/>
        </p:nvPicPr>
        <p:blipFill>
          <a:blip r:embed="rId2"/>
          <a:stretch>
            <a:fillRect/>
          </a:stretch>
        </p:blipFill>
        <p:spPr>
          <a:xfrm>
            <a:off x="522787" y="6432924"/>
            <a:ext cx="159189" cy="206591"/>
          </a:xfrm>
          <a:prstGeom prst="rect">
            <a:avLst/>
          </a:prstGeom>
          <a:ln w="12700">
            <a:miter lim="400000"/>
          </a:ln>
        </p:spPr>
      </p:pic>
      <p:sp>
        <p:nvSpPr>
          <p:cNvPr id="154" name="Line"/>
          <p:cNvSpPr/>
          <p:nvPr/>
        </p:nvSpPr>
        <p:spPr>
          <a:xfrm>
            <a:off x="501369" y="6342021"/>
            <a:ext cx="11041887" cy="1"/>
          </a:xfrm>
          <a:prstGeom prst="line">
            <a:avLst/>
          </a:prstGeom>
          <a:ln w="12700">
            <a:solidFill>
              <a:srgbClr val="B5B5B5"/>
            </a:solidFill>
            <a:miter lim="400000"/>
          </a:ln>
        </p:spPr>
        <p:txBody>
          <a:bodyPr lIns="25400" tIns="25400" rIns="25400" bIns="25400" anchor="ctr"/>
          <a:lstStyle/>
          <a:p>
            <a:endParaRPr sz="900"/>
          </a:p>
        </p:txBody>
      </p:sp>
      <p:sp>
        <p:nvSpPr>
          <p:cNvPr id="155" name="Line"/>
          <p:cNvSpPr/>
          <p:nvPr/>
        </p:nvSpPr>
        <p:spPr>
          <a:xfrm>
            <a:off x="575057" y="512823"/>
            <a:ext cx="11041887" cy="1"/>
          </a:xfrm>
          <a:prstGeom prst="line">
            <a:avLst/>
          </a:prstGeom>
          <a:ln w="12700">
            <a:solidFill>
              <a:srgbClr val="B5B5B5"/>
            </a:solidFill>
            <a:miter lim="400000"/>
          </a:ln>
        </p:spPr>
        <p:txBody>
          <a:bodyPr lIns="25400" tIns="25400" rIns="25400" bIns="25400" anchor="ctr"/>
          <a:lstStyle/>
          <a:p>
            <a:endParaRPr sz="900"/>
          </a:p>
        </p:txBody>
      </p:sp>
      <p:sp>
        <p:nvSpPr>
          <p:cNvPr id="156" name="Line"/>
          <p:cNvSpPr/>
          <p:nvPr/>
        </p:nvSpPr>
        <p:spPr>
          <a:xfrm flipV="1">
            <a:off x="2159059" y="235539"/>
            <a:ext cx="1" cy="272508"/>
          </a:xfrm>
          <a:prstGeom prst="line">
            <a:avLst/>
          </a:prstGeom>
          <a:ln w="12700">
            <a:solidFill>
              <a:srgbClr val="B5B5B5"/>
            </a:solidFill>
            <a:miter lim="400000"/>
          </a:ln>
        </p:spPr>
        <p:txBody>
          <a:bodyPr lIns="25400" tIns="25400" rIns="25400" bIns="25400" anchor="ctr"/>
          <a:lstStyle/>
          <a:p>
            <a:endParaRPr sz="900"/>
          </a:p>
        </p:txBody>
      </p:sp>
      <p:sp>
        <p:nvSpPr>
          <p:cNvPr id="15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58223620"/>
      </p:ext>
    </p:extLst>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Ending">
    <p:bg>
      <p:bgPr>
        <a:solidFill>
          <a:srgbClr val="231F20"/>
        </a:solidFill>
        <a:effectLst/>
      </p:bgPr>
    </p:bg>
    <p:spTree>
      <p:nvGrpSpPr>
        <p:cNvPr id="1" name=""/>
        <p:cNvGrpSpPr/>
        <p:nvPr/>
      </p:nvGrpSpPr>
      <p:grpSpPr>
        <a:xfrm>
          <a:off x="0" y="0"/>
          <a:ext cx="0" cy="0"/>
          <a:chOff x="0" y="0"/>
          <a:chExt cx="0" cy="0"/>
        </a:xfrm>
      </p:grpSpPr>
      <p:pic>
        <p:nvPicPr>
          <p:cNvPr id="175" name="polyai-logo-inverted-rgb-900px-w-72ppi.png" descr="polyai-logo-inverted-rgb-900px-w-72ppi.png"/>
          <p:cNvPicPr>
            <a:picLocks noChangeAspect="1"/>
          </p:cNvPicPr>
          <p:nvPr/>
        </p:nvPicPr>
        <p:blipFill>
          <a:blip r:embed="rId2"/>
          <a:stretch>
            <a:fillRect/>
          </a:stretch>
        </p:blipFill>
        <p:spPr>
          <a:xfrm>
            <a:off x="631875" y="5992719"/>
            <a:ext cx="1278118" cy="383436"/>
          </a:xfrm>
          <a:prstGeom prst="rect">
            <a:avLst/>
          </a:prstGeom>
          <a:ln w="12700">
            <a:miter lim="400000"/>
          </a:ln>
        </p:spPr>
      </p:pic>
      <p:sp>
        <p:nvSpPr>
          <p:cNvPr id="176" name="PolyAI 2025…"/>
          <p:cNvSpPr txBox="1"/>
          <p:nvPr/>
        </p:nvSpPr>
        <p:spPr>
          <a:xfrm>
            <a:off x="9935851" y="5981819"/>
            <a:ext cx="1306448" cy="405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defRPr sz="2300">
                <a:solidFill>
                  <a:srgbClr val="F3F3F3"/>
                </a:solidFill>
                <a:latin typeface="Matter SQ Medium"/>
                <a:ea typeface="Matter SQ Medium"/>
                <a:cs typeface="Matter SQ Medium"/>
                <a:sym typeface="Matter SQ Medium"/>
              </a:defRPr>
            </a:pPr>
            <a:r>
              <a:rPr sz="1150" b="1" dirty="0">
                <a:latin typeface="Matter SQ" pitchFamily="2" charset="77"/>
                <a:cs typeface="Matter SQ" pitchFamily="2" charset="77"/>
              </a:rPr>
              <a:t>PolyAI 202</a:t>
            </a:r>
            <a:r>
              <a:rPr lang="en-GB" sz="1150" b="1" dirty="0">
                <a:latin typeface="Matter SQ" pitchFamily="2" charset="77"/>
                <a:cs typeface="Matter SQ" pitchFamily="2" charset="77"/>
              </a:rPr>
              <a:t>6</a:t>
            </a:r>
            <a:endParaRPr sz="1150" b="1" dirty="0">
              <a:latin typeface="Matter SQ" pitchFamily="2" charset="77"/>
              <a:cs typeface="Matter SQ" pitchFamily="2" charset="77"/>
            </a:endParaRPr>
          </a:p>
          <a:p>
            <a:pPr algn="l">
              <a:defRPr sz="2300">
                <a:solidFill>
                  <a:srgbClr val="F3F3F3"/>
                </a:solidFill>
                <a:latin typeface="+mj-lt"/>
                <a:ea typeface="+mj-ea"/>
                <a:cs typeface="+mj-cs"/>
                <a:sym typeface="Matter SQ Regular"/>
              </a:defRPr>
            </a:pPr>
            <a:r>
              <a:rPr sz="1150" dirty="0">
                <a:latin typeface="Matter SQ" pitchFamily="2" charset="77"/>
                <a:cs typeface="Matter SQ" pitchFamily="2" charset="77"/>
              </a:rPr>
              <a:t>Client Confidential</a:t>
            </a:r>
          </a:p>
        </p:txBody>
      </p:sp>
      <p:sp>
        <p:nvSpPr>
          <p:cNvPr id="177" name="Line"/>
          <p:cNvSpPr/>
          <p:nvPr/>
        </p:nvSpPr>
        <p:spPr>
          <a:xfrm>
            <a:off x="-1493606" y="-777681"/>
            <a:ext cx="17186339" cy="8279717"/>
          </a:xfrm>
          <a:custGeom>
            <a:avLst/>
            <a:gdLst/>
            <a:ahLst/>
            <a:cxnLst>
              <a:cxn ang="0">
                <a:pos x="wd2" y="hd2"/>
              </a:cxn>
              <a:cxn ang="5400000">
                <a:pos x="wd2" y="hd2"/>
              </a:cxn>
              <a:cxn ang="10800000">
                <a:pos x="wd2" y="hd2"/>
              </a:cxn>
              <a:cxn ang="16200000">
                <a:pos x="wd2" y="hd2"/>
              </a:cxn>
            </a:cxnLst>
            <a:rect l="0" t="0" r="r" b="b"/>
            <a:pathLst>
              <a:path w="21005" h="19165" extrusionOk="0">
                <a:moveTo>
                  <a:pt x="0" y="8925"/>
                </a:moveTo>
                <a:cubicBezTo>
                  <a:pt x="2110" y="1038"/>
                  <a:pt x="7158" y="-2218"/>
                  <a:pt x="11370" y="1591"/>
                </a:cubicBezTo>
                <a:cubicBezTo>
                  <a:pt x="13798" y="3787"/>
                  <a:pt x="15457" y="8063"/>
                  <a:pt x="16351" y="12877"/>
                </a:cubicBezTo>
                <a:cubicBezTo>
                  <a:pt x="16922" y="15957"/>
                  <a:pt x="17656" y="19382"/>
                  <a:pt x="19255" y="19154"/>
                </a:cubicBezTo>
                <a:cubicBezTo>
                  <a:pt x="20885" y="18922"/>
                  <a:pt x="21600" y="15146"/>
                  <a:pt x="20420" y="13005"/>
                </a:cubicBezTo>
              </a:path>
            </a:pathLst>
          </a:custGeom>
          <a:ln w="88900" cap="rnd">
            <a:solidFill>
              <a:srgbClr val="D9EE50"/>
            </a:solidFill>
            <a:custDash>
              <a:ds d="100000" sp="200000"/>
            </a:custDash>
          </a:ln>
        </p:spPr>
        <p:txBody>
          <a:bodyPr lIns="25400" tIns="25400" rIns="25400" bIns="25400" anchor="ctr"/>
          <a:lstStyle/>
          <a:p>
            <a:endParaRPr sz="900"/>
          </a:p>
        </p:txBody>
      </p:sp>
    </p:spTree>
    <p:extLst>
      <p:ext uri="{BB962C8B-B14F-4D97-AF65-F5344CB8AC3E}">
        <p14:creationId xmlns:p14="http://schemas.microsoft.com/office/powerpoint/2010/main" val="3041568067"/>
      </p:ext>
    </p:extLst>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A yellow dots on a black background&#10;&#10;Description automatically generated">
            <a:extLst>
              <a:ext uri="{FF2B5EF4-FFF2-40B4-BE49-F238E27FC236}">
                <a16:creationId xmlns:a16="http://schemas.microsoft.com/office/drawing/2014/main" id="{B2FA60C4-FC1B-513F-5E03-B389FF3E88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This is the Title Slide">
            <a:extLst>
              <a:ext uri="{FF2B5EF4-FFF2-40B4-BE49-F238E27FC236}">
                <a16:creationId xmlns:a16="http://schemas.microsoft.com/office/drawing/2014/main" id="{9C91420F-D457-3846-A09B-F494E2879C56}"/>
              </a:ext>
            </a:extLst>
          </p:cNvPr>
          <p:cNvSpPr txBox="1">
            <a:spLocks noGrp="1"/>
          </p:cNvSpPr>
          <p:nvPr>
            <p:ph type="title" hasCustomPrompt="1"/>
          </p:nvPr>
        </p:nvSpPr>
        <p:spPr>
          <a:xfrm>
            <a:off x="624839" y="726611"/>
            <a:ext cx="5749456" cy="1541654"/>
          </a:xfrm>
          <a:prstGeom prst="rect">
            <a:avLst/>
          </a:prstGeom>
        </p:spPr>
        <p:txBody>
          <a:bodyPr lIns="0" tIns="0" rIns="0" bIns="0" anchor="t">
            <a:noAutofit/>
          </a:bodyPr>
          <a:lstStyle>
            <a:lvl1pPr>
              <a:lnSpc>
                <a:spcPct val="90000"/>
              </a:lnSpc>
              <a:defRPr sz="6600" b="0" i="0">
                <a:solidFill>
                  <a:schemeClr val="tx1"/>
                </a:solidFill>
                <a:latin typeface="Matter SQ" pitchFamily="2" charset="77"/>
                <a:cs typeface="Matter SQ" pitchFamily="2" charset="77"/>
              </a:defRPr>
            </a:lvl1pPr>
          </a:lstStyle>
          <a:p>
            <a:r>
              <a:t>This is the </a:t>
            </a:r>
            <a:r>
              <a:rPr lang="en-GB"/>
              <a:t>t</a:t>
            </a:r>
            <a:r>
              <a:rPr err="1"/>
              <a:t>itle</a:t>
            </a:r>
            <a:r>
              <a:t> </a:t>
            </a:r>
            <a:r>
              <a:rPr lang="en-GB"/>
              <a:t>s</a:t>
            </a:r>
            <a:r>
              <a:rPr err="1"/>
              <a:t>lide</a:t>
            </a:r>
            <a:endParaRPr/>
          </a:p>
        </p:txBody>
      </p:sp>
      <p:sp>
        <p:nvSpPr>
          <p:cNvPr id="18" name="Date or other details">
            <a:extLst>
              <a:ext uri="{FF2B5EF4-FFF2-40B4-BE49-F238E27FC236}">
                <a16:creationId xmlns:a16="http://schemas.microsoft.com/office/drawing/2014/main" id="{67A07254-7DD9-AA40-95BA-F01AF958943A}"/>
              </a:ext>
            </a:extLst>
          </p:cNvPr>
          <p:cNvSpPr txBox="1">
            <a:spLocks noGrp="1"/>
          </p:cNvSpPr>
          <p:nvPr>
            <p:ph type="body" sz="quarter" idx="21" hasCustomPrompt="1"/>
          </p:nvPr>
        </p:nvSpPr>
        <p:spPr>
          <a:xfrm>
            <a:off x="624839" y="2700948"/>
            <a:ext cx="3350813" cy="861899"/>
          </a:xfrm>
          <a:prstGeom prst="rect">
            <a:avLst/>
          </a:prstGeom>
        </p:spPr>
        <p:txBody>
          <a:bodyPr lIns="0" tIns="0" rIns="0" bIns="0" anchor="t"/>
          <a:lstStyle>
            <a:lvl1pPr marL="0" indent="0" algn="l">
              <a:lnSpc>
                <a:spcPct val="130000"/>
              </a:lnSpc>
              <a:spcBef>
                <a:spcPts val="0"/>
              </a:spcBef>
              <a:buSzTx/>
              <a:buFontTx/>
              <a:buNone/>
              <a:defRPr sz="1200" b="0" i="0">
                <a:solidFill>
                  <a:schemeClr val="tx2"/>
                </a:solidFill>
                <a:latin typeface="Basis Grotesque Mono Pro" panose="020B0509050301040203" pitchFamily="49" charset="0"/>
                <a:ea typeface="Basis Grotesque Mono Pro" panose="020B0509050301040203" pitchFamily="49" charset="0"/>
                <a:cs typeface="Poppins Light" pitchFamily="2" charset="77"/>
                <a:sym typeface="Poppins SemiBold"/>
              </a:defRPr>
            </a:lvl1pPr>
          </a:lstStyle>
          <a:p>
            <a:r>
              <a:rPr lang="en-GB"/>
              <a:t>Subtitle</a:t>
            </a:r>
            <a:endParaRPr/>
          </a:p>
        </p:txBody>
      </p:sp>
    </p:spTree>
    <p:extLst>
      <p:ext uri="{BB962C8B-B14F-4D97-AF65-F5344CB8AC3E}">
        <p14:creationId xmlns:p14="http://schemas.microsoft.com/office/powerpoint/2010/main" val="2576969308"/>
      </p:ext>
    </p:extLst>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ew section 2">
    <p:spTree>
      <p:nvGrpSpPr>
        <p:cNvPr id="1" name=""/>
        <p:cNvGrpSpPr/>
        <p:nvPr/>
      </p:nvGrpSpPr>
      <p:grpSpPr>
        <a:xfrm>
          <a:off x="0" y="0"/>
          <a:ext cx="0" cy="0"/>
          <a:chOff x="0" y="0"/>
          <a:chExt cx="0" cy="0"/>
        </a:xfrm>
      </p:grpSpPr>
      <p:pic>
        <p:nvPicPr>
          <p:cNvPr id="6" name="Picture 5" descr="A black background with yellow dots&#10;&#10;Description automatically generated">
            <a:extLst>
              <a:ext uri="{FF2B5EF4-FFF2-40B4-BE49-F238E27FC236}">
                <a16:creationId xmlns:a16="http://schemas.microsoft.com/office/drawing/2014/main" id="{8AE195B1-9474-5BCD-3E35-81F9B73A8D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5" name="New Section Title"/>
          <p:cNvSpPr txBox="1">
            <a:spLocks noGrp="1"/>
          </p:cNvSpPr>
          <p:nvPr>
            <p:ph type="title" hasCustomPrompt="1"/>
          </p:nvPr>
        </p:nvSpPr>
        <p:spPr>
          <a:xfrm>
            <a:off x="1455086" y="4990704"/>
            <a:ext cx="3783486" cy="961481"/>
          </a:xfrm>
          <a:prstGeom prst="rect">
            <a:avLst/>
          </a:prstGeom>
        </p:spPr>
        <p:txBody>
          <a:bodyPr>
            <a:noAutofit/>
          </a:bodyPr>
          <a:lstStyle>
            <a:lvl1pPr algn="l">
              <a:lnSpc>
                <a:spcPct val="100000"/>
              </a:lnSpc>
              <a:defRPr sz="4800" b="0" i="0" spc="0">
                <a:solidFill>
                  <a:schemeClr val="tx1"/>
                </a:solidFill>
                <a:latin typeface="Matter SQ" pitchFamily="2" charset="77"/>
                <a:ea typeface="Matter SQ" pitchFamily="2" charset="77"/>
                <a:cs typeface="Matter SQ" pitchFamily="2" charset="77"/>
                <a:sym typeface="Visuelt Pro Light"/>
              </a:defRPr>
            </a:lvl1pPr>
          </a:lstStyle>
          <a:p>
            <a:r>
              <a:t>Section </a:t>
            </a:r>
            <a:r>
              <a:rPr lang="en-GB"/>
              <a:t>t</a:t>
            </a:r>
            <a:r>
              <a:rPr err="1"/>
              <a:t>itle</a:t>
            </a:r>
            <a:endParaRPr/>
          </a:p>
        </p:txBody>
      </p:sp>
      <p:sp>
        <p:nvSpPr>
          <p:cNvPr id="11" name="Text Placeholder 9">
            <a:extLst>
              <a:ext uri="{FF2B5EF4-FFF2-40B4-BE49-F238E27FC236}">
                <a16:creationId xmlns:a16="http://schemas.microsoft.com/office/drawing/2014/main" id="{502D322B-9696-8DFF-8C67-82F1AE53850C}"/>
              </a:ext>
            </a:extLst>
          </p:cNvPr>
          <p:cNvSpPr>
            <a:spLocks noGrp="1"/>
          </p:cNvSpPr>
          <p:nvPr>
            <p:ph type="body" sz="quarter" idx="10" hasCustomPrompt="1"/>
          </p:nvPr>
        </p:nvSpPr>
        <p:spPr>
          <a:xfrm>
            <a:off x="1545164" y="4963809"/>
            <a:ext cx="2220912" cy="117707"/>
          </a:xfrm>
        </p:spPr>
        <p:txBody>
          <a:bodyPr lIns="0" tIns="0" rIns="0" bIns="0"/>
          <a:lstStyle>
            <a:lvl1pPr marL="0" indent="0">
              <a:buNone/>
              <a:defRPr sz="800">
                <a:solidFill>
                  <a:schemeClr val="bg2"/>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Section XX</a:t>
            </a:r>
            <a:endParaRPr lang="en-US"/>
          </a:p>
        </p:txBody>
      </p:sp>
    </p:spTree>
    <p:extLst>
      <p:ext uri="{BB962C8B-B14F-4D97-AF65-F5344CB8AC3E}">
        <p14:creationId xmlns:p14="http://schemas.microsoft.com/office/powerpoint/2010/main" val="277799193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 dark">
    <p:spTree>
      <p:nvGrpSpPr>
        <p:cNvPr id="1" name=""/>
        <p:cNvGrpSpPr/>
        <p:nvPr/>
      </p:nvGrpSpPr>
      <p:grpSpPr>
        <a:xfrm>
          <a:off x="0" y="0"/>
          <a:ext cx="0" cy="0"/>
          <a:chOff x="0" y="0"/>
          <a:chExt cx="0" cy="0"/>
        </a:xfrm>
      </p:grpSpPr>
      <p:pic>
        <p:nvPicPr>
          <p:cNvPr id="5" name="Picture 4" descr="A black rectangular object with a black border&#10;&#10;Description automatically generated">
            <a:extLst>
              <a:ext uri="{FF2B5EF4-FFF2-40B4-BE49-F238E27FC236}">
                <a16:creationId xmlns:a16="http://schemas.microsoft.com/office/drawing/2014/main" id="{44698EE7-FF61-6FE3-52EB-D6F18A77CC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39" y="8572"/>
            <a:ext cx="12176761" cy="6849428"/>
          </a:xfrm>
          <a:prstGeom prst="rect">
            <a:avLst/>
          </a:prstGeom>
        </p:spPr>
      </p:pic>
      <p:sp>
        <p:nvSpPr>
          <p:cNvPr id="9" name="Body Level One…">
            <a:extLst>
              <a:ext uri="{FF2B5EF4-FFF2-40B4-BE49-F238E27FC236}">
                <a16:creationId xmlns:a16="http://schemas.microsoft.com/office/drawing/2014/main" id="{DF731D64-A704-3E45-B6D1-47CF93680310}"/>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tx2"/>
                </a:solidFill>
              </a:defRPr>
            </a:lvl1pPr>
            <a:lvl2pPr marL="228600" indent="0">
              <a:buNone/>
              <a:defRPr sz="1200">
                <a:solidFill>
                  <a:schemeClr val="tx2"/>
                </a:solidFill>
              </a:defRPr>
            </a:lvl2pPr>
            <a:lvl3pPr marL="457200" indent="0">
              <a:buNone/>
              <a:defRPr sz="1200">
                <a:solidFill>
                  <a:schemeClr val="tx2"/>
                </a:solidFill>
              </a:defRPr>
            </a:lvl3pPr>
            <a:lvl4pPr marL="685800" indent="0">
              <a:buNone/>
              <a:defRPr sz="1200">
                <a:solidFill>
                  <a:schemeClr val="tx2"/>
                </a:solidFill>
              </a:defRPr>
            </a:lvl4pPr>
            <a:lvl5pPr marL="914400" indent="0">
              <a:buNone/>
              <a:defRPr sz="12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Tree>
    <p:extLst>
      <p:ext uri="{BB962C8B-B14F-4D97-AF65-F5344CB8AC3E}">
        <p14:creationId xmlns:p14="http://schemas.microsoft.com/office/powerpoint/2010/main" val="2780814131"/>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columns - Dark">
    <p:spTree>
      <p:nvGrpSpPr>
        <p:cNvPr id="1" name=""/>
        <p:cNvGrpSpPr/>
        <p:nvPr/>
      </p:nvGrpSpPr>
      <p:grpSpPr>
        <a:xfrm>
          <a:off x="0" y="0"/>
          <a:ext cx="0" cy="0"/>
          <a:chOff x="0" y="0"/>
          <a:chExt cx="0" cy="0"/>
        </a:xfrm>
      </p:grpSpPr>
      <p:pic>
        <p:nvPicPr>
          <p:cNvPr id="5" name="Picture 4" descr="A black rectangular object with a black border&#10;&#10;Description automatically generated">
            <a:extLst>
              <a:ext uri="{FF2B5EF4-FFF2-40B4-BE49-F238E27FC236}">
                <a16:creationId xmlns:a16="http://schemas.microsoft.com/office/drawing/2014/main" id="{44698EE7-FF61-6FE3-52EB-D6F18A77CC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39" y="8572"/>
            <a:ext cx="12176761" cy="6849428"/>
          </a:xfrm>
          <a:prstGeom prst="rect">
            <a:avLst/>
          </a:prstGeom>
        </p:spPr>
      </p:pic>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
        <p:nvSpPr>
          <p:cNvPr id="2" name="Body Level One…">
            <a:extLst>
              <a:ext uri="{FF2B5EF4-FFF2-40B4-BE49-F238E27FC236}">
                <a16:creationId xmlns:a16="http://schemas.microsoft.com/office/drawing/2014/main" id="{B8157C8B-10A7-5F2E-79A2-605B68225C31}"/>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3" name="Body Level One…">
            <a:extLst>
              <a:ext uri="{FF2B5EF4-FFF2-40B4-BE49-F238E27FC236}">
                <a16:creationId xmlns:a16="http://schemas.microsoft.com/office/drawing/2014/main" id="{12F3C27E-B745-3A23-8401-AAB89BEAF896}"/>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Body Level One…">
            <a:extLst>
              <a:ext uri="{FF2B5EF4-FFF2-40B4-BE49-F238E27FC236}">
                <a16:creationId xmlns:a16="http://schemas.microsoft.com/office/drawing/2014/main" id="{FA55B3EE-7140-EB9D-FD70-D81BA7C5843F}"/>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396053309"/>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 Light">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405352253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screenshot image">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Picture 12" descr="A black and white photo of a black and white photo of a black and white photo of a black and white photo of a black and white photo of a black and white photo of a black and&#10;&#10;Description automatically generated">
            <a:extLst>
              <a:ext uri="{FF2B5EF4-FFF2-40B4-BE49-F238E27FC236}">
                <a16:creationId xmlns:a16="http://schemas.microsoft.com/office/drawing/2014/main" id="{38D1A0AF-C686-A32E-5B8F-EB1C0912BA2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945975" y="-1"/>
            <a:ext cx="4246025" cy="6264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1" name="Rectangle 10">
            <a:extLst>
              <a:ext uri="{FF2B5EF4-FFF2-40B4-BE49-F238E27FC236}">
                <a16:creationId xmlns:a16="http://schemas.microsoft.com/office/drawing/2014/main" id="{B5D989FD-478A-0BBD-E82B-9B294493E89B}"/>
              </a:ext>
            </a:extLst>
          </p:cNvPr>
          <p:cNvSpPr/>
          <p:nvPr userDrawn="1"/>
        </p:nvSpPr>
        <p:spPr>
          <a:xfrm>
            <a:off x="7102715" y="5390147"/>
            <a:ext cx="1732548" cy="1467853"/>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69868" y="1207982"/>
            <a:ext cx="7198243" cy="4182165"/>
          </a:xfrm>
          <a:solidFill>
            <a:schemeClr val="tx1"/>
          </a:solidFill>
          <a:ln w="53975">
            <a:solidFill>
              <a:schemeClr val="bg1"/>
            </a:solidFill>
          </a:ln>
        </p:spPr>
        <p:txBody>
          <a:bodyPr/>
          <a:lstStyle/>
          <a:p>
            <a:r>
              <a:rPr lang="en-GB"/>
              <a:t>Click icon to add picture</a:t>
            </a:r>
            <a:endParaRPr lang="en-US"/>
          </a:p>
        </p:txBody>
      </p:sp>
    </p:spTree>
    <p:extLst>
      <p:ext uri="{BB962C8B-B14F-4D97-AF65-F5344CB8AC3E}">
        <p14:creationId xmlns:p14="http://schemas.microsoft.com/office/powerpoint/2010/main" val="150078248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age layout 1 ">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44000" y="612100"/>
            <a:ext cx="7848000" cy="6245900"/>
          </a:xfrm>
          <a:solidFill>
            <a:schemeClr val="tx1"/>
          </a:solidFill>
          <a:ln w="53975">
            <a:noFill/>
          </a:ln>
        </p:spPr>
        <p:txBody>
          <a:bodyPr/>
          <a:lstStyle/>
          <a:p>
            <a:r>
              <a:rPr lang="en-GB"/>
              <a:t>Click icon to add picture</a:t>
            </a:r>
            <a:endParaRPr lang="en-US"/>
          </a:p>
        </p:txBody>
      </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375989356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 layout 2">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0" y="616416"/>
            <a:ext cx="8992998" cy="3114000"/>
          </a:xfrm>
          <a:solidFill>
            <a:schemeClr val="tx1"/>
          </a:solidFill>
          <a:ln w="53975">
            <a:noFill/>
          </a:ln>
        </p:spPr>
        <p:txBody>
          <a:bodyPr/>
          <a:lstStyle/>
          <a:p>
            <a:r>
              <a:rPr lang="en-GB"/>
              <a:t>Click icon to add picture</a:t>
            </a:r>
            <a:endParaRPr lang="en-US"/>
          </a:p>
        </p:txBody>
      </p:sp>
      <p:pic>
        <p:nvPicPr>
          <p:cNvPr id="16" name="Picture 15" descr="A black and white wavy background&#10;&#10;Description automatically generated">
            <a:extLst>
              <a:ext uri="{FF2B5EF4-FFF2-40B4-BE49-F238E27FC236}">
                <a16:creationId xmlns:a16="http://schemas.microsoft.com/office/drawing/2014/main" id="{BD47BA80-733B-1259-C752-018D015C8B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94573" y="616416"/>
            <a:ext cx="2577104" cy="3114000"/>
          </a:xfrm>
          <a:prstGeom prst="rect">
            <a:avLst/>
          </a:prstGeom>
        </p:spPr>
      </p:pic>
      <p:sp>
        <p:nvSpPr>
          <p:cNvPr id="17" name="Body Level One…">
            <a:extLst>
              <a:ext uri="{FF2B5EF4-FFF2-40B4-BE49-F238E27FC236}">
                <a16:creationId xmlns:a16="http://schemas.microsoft.com/office/drawing/2014/main" id="{F77A1705-FA22-C457-903B-9A880BC34715}"/>
              </a:ext>
            </a:extLst>
          </p:cNvPr>
          <p:cNvSpPr txBox="1">
            <a:spLocks noGrp="1"/>
          </p:cNvSpPr>
          <p:nvPr>
            <p:ph type="body" idx="13"/>
          </p:nvPr>
        </p:nvSpPr>
        <p:spPr>
          <a:xfrm>
            <a:off x="430180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8" name="Body Level One…">
            <a:extLst>
              <a:ext uri="{FF2B5EF4-FFF2-40B4-BE49-F238E27FC236}">
                <a16:creationId xmlns:a16="http://schemas.microsoft.com/office/drawing/2014/main" id="{73CF275F-653F-B6D9-714D-44CDADAFDE35}"/>
              </a:ext>
            </a:extLst>
          </p:cNvPr>
          <p:cNvSpPr txBox="1">
            <a:spLocks noGrp="1"/>
          </p:cNvSpPr>
          <p:nvPr>
            <p:ph type="body" idx="14"/>
          </p:nvPr>
        </p:nvSpPr>
        <p:spPr>
          <a:xfrm>
            <a:off x="797972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83180233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ase study - single slide">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1977335"/>
            <a:ext cx="4122056"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573926"/>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3" name="Picture Placeholder 12">
            <a:extLst>
              <a:ext uri="{FF2B5EF4-FFF2-40B4-BE49-F238E27FC236}">
                <a16:creationId xmlns:a16="http://schemas.microsoft.com/office/drawing/2014/main" id="{A7C1A2D5-585D-D659-6C5E-701C377585EC}"/>
              </a:ext>
            </a:extLst>
          </p:cNvPr>
          <p:cNvSpPr>
            <a:spLocks noGrp="1"/>
          </p:cNvSpPr>
          <p:nvPr>
            <p:ph type="pic" sz="quarter" idx="13"/>
          </p:nvPr>
        </p:nvSpPr>
        <p:spPr>
          <a:xfrm>
            <a:off x="623473" y="3864922"/>
            <a:ext cx="4114590" cy="2380304"/>
          </a:xfrm>
        </p:spPr>
        <p:txBody>
          <a:bodyPr/>
          <a:lstStyle/>
          <a:p>
            <a:r>
              <a:rPr lang="en-GB"/>
              <a:t>Click icon to add picture</a:t>
            </a:r>
            <a:endParaRPr lang="en-US"/>
          </a:p>
        </p:txBody>
      </p:sp>
    </p:spTree>
    <p:extLst>
      <p:ext uri="{BB962C8B-B14F-4D97-AF65-F5344CB8AC3E}">
        <p14:creationId xmlns:p14="http://schemas.microsoft.com/office/powerpoint/2010/main" val="363609877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 columns - light">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2" name="Body Level One…">
            <a:extLst>
              <a:ext uri="{FF2B5EF4-FFF2-40B4-BE49-F238E27FC236}">
                <a16:creationId xmlns:a16="http://schemas.microsoft.com/office/drawing/2014/main" id="{C1E701F8-4246-7C0F-B6BE-6BC06608396E}"/>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3" name="Body Level One…">
            <a:extLst>
              <a:ext uri="{FF2B5EF4-FFF2-40B4-BE49-F238E27FC236}">
                <a16:creationId xmlns:a16="http://schemas.microsoft.com/office/drawing/2014/main" id="{B6B3F73D-6151-BD10-C6CF-1641A8BF8ECC}"/>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2646623009"/>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 Dark ">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F61A9EB-E1CF-E8FE-E8DB-7D06BEEEAEC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1155678680"/>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 White">
    <p:spTree>
      <p:nvGrpSpPr>
        <p:cNvPr id="1" name=""/>
        <p:cNvGrpSpPr/>
        <p:nvPr/>
      </p:nvGrpSpPr>
      <p:grpSpPr>
        <a:xfrm>
          <a:off x="0" y="0"/>
          <a:ext cx="0" cy="0"/>
          <a:chOff x="0" y="0"/>
          <a:chExt cx="0" cy="0"/>
        </a:xfrm>
      </p:grpSpPr>
      <p:sp>
        <p:nvSpPr>
          <p:cNvPr id="9" name="Body Level One…">
            <a:extLst>
              <a:ext uri="{FF2B5EF4-FFF2-40B4-BE49-F238E27FC236}">
                <a16:creationId xmlns:a16="http://schemas.microsoft.com/office/drawing/2014/main" id="{DF731D64-A704-3E45-B6D1-47CF93680310}"/>
              </a:ext>
            </a:extLst>
          </p:cNvPr>
          <p:cNvSpPr txBox="1">
            <a:spLocks noGrp="1"/>
          </p:cNvSpPr>
          <p:nvPr>
            <p:ph type="body" idx="1"/>
          </p:nvPr>
        </p:nvSpPr>
        <p:spPr>
          <a:xfrm>
            <a:off x="1009650" y="1953492"/>
            <a:ext cx="10146243" cy="4037979"/>
          </a:xfrm>
          <a:prstGeom prst="rect">
            <a:avLst/>
          </a:prstGeom>
        </p:spPr>
        <p:txBody>
          <a:bodyPr lIns="0" tIns="0" rIns="0" bIns="0"/>
          <a:lstStyle>
            <a:lvl1pPr marL="182880" indent="-182880">
              <a:lnSpc>
                <a:spcPct val="100000"/>
              </a:lnSpc>
              <a:defRPr>
                <a:solidFill>
                  <a:srgbClr val="212133"/>
                </a:solidFill>
              </a:defRPr>
            </a:lvl1pPr>
            <a:lvl2pPr marL="411480" indent="-182880">
              <a:lnSpc>
                <a:spcPct val="100000"/>
              </a:lnSpc>
              <a:defRPr>
                <a:solidFill>
                  <a:srgbClr val="212133"/>
                </a:solidFill>
              </a:defRPr>
            </a:lvl2pPr>
            <a:lvl3pPr marL="640080" indent="-182880">
              <a:lnSpc>
                <a:spcPct val="100000"/>
              </a:lnSpc>
              <a:defRPr>
                <a:solidFill>
                  <a:srgbClr val="212133"/>
                </a:solidFill>
              </a:defRPr>
            </a:lvl3pPr>
            <a:lvl4pPr marL="868680" indent="-182880">
              <a:lnSpc>
                <a:spcPct val="100000"/>
              </a:lnSpc>
              <a:defRPr>
                <a:solidFill>
                  <a:srgbClr val="212133"/>
                </a:solidFill>
              </a:defRPr>
            </a:lvl4pPr>
            <a:lvl5pPr marL="1097280" indent="-182880">
              <a:lnSpc>
                <a:spcPct val="100000"/>
              </a:lnSpc>
              <a:defRPr>
                <a:solidFill>
                  <a:srgbClr val="212133"/>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pic>
        <p:nvPicPr>
          <p:cNvPr id="11" name="Picture 10" descr="A picture containing text, sign, dark&#10;&#10;Description automatically generated">
            <a:extLst>
              <a:ext uri="{FF2B5EF4-FFF2-40B4-BE49-F238E27FC236}">
                <a16:creationId xmlns:a16="http://schemas.microsoft.com/office/drawing/2014/main" id="{FCFE6183-6661-E24D-9F0C-9C65B1D8167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0809" y="6408359"/>
            <a:ext cx="184803" cy="151802"/>
          </a:xfrm>
          <a:prstGeom prst="rect">
            <a:avLst/>
          </a:prstGeom>
        </p:spPr>
      </p:pic>
      <p:sp>
        <p:nvSpPr>
          <p:cNvPr id="12" name="Title Text">
            <a:extLst>
              <a:ext uri="{FF2B5EF4-FFF2-40B4-BE49-F238E27FC236}">
                <a16:creationId xmlns:a16="http://schemas.microsoft.com/office/drawing/2014/main" id="{676E9E2E-9BB4-E245-A813-06223BB6F4F9}"/>
              </a:ext>
            </a:extLst>
          </p:cNvPr>
          <p:cNvSpPr txBox="1">
            <a:spLocks noGrp="1"/>
          </p:cNvSpPr>
          <p:nvPr>
            <p:ph type="title"/>
          </p:nvPr>
        </p:nvSpPr>
        <p:spPr>
          <a:xfrm>
            <a:off x="1009651" y="1220245"/>
            <a:ext cx="10146242" cy="503291"/>
          </a:xfrm>
          <a:prstGeom prst="rect">
            <a:avLst/>
          </a:prstGeom>
        </p:spPr>
        <p:txBody>
          <a:bodyPr lIns="0" tIns="0" rIns="0" bIns="0" anchor="t">
            <a:noAutofit/>
          </a:bodyPr>
          <a:lstStyle>
            <a:lvl1pPr>
              <a:defRPr sz="2800" b="1" i="0" spc="0">
                <a:solidFill>
                  <a:srgbClr val="212133"/>
                </a:solidFill>
                <a:latin typeface="Poppins SemiBold" pitchFamily="2" charset="77"/>
                <a:cs typeface="Poppins SemiBold" pitchFamily="2" charset="77"/>
              </a:defRPr>
            </a:lvl1pPr>
          </a:lstStyle>
          <a:p>
            <a:r>
              <a:rPr lang="en-GB"/>
              <a:t>Click to edit Master title style</a:t>
            </a:r>
            <a:endParaRPr/>
          </a:p>
        </p:txBody>
      </p:sp>
      <p:sp>
        <p:nvSpPr>
          <p:cNvPr id="2" name="Text Placeholder 3">
            <a:extLst>
              <a:ext uri="{FF2B5EF4-FFF2-40B4-BE49-F238E27FC236}">
                <a16:creationId xmlns:a16="http://schemas.microsoft.com/office/drawing/2014/main" id="{566ABC4A-CC0A-242A-F594-0D7419E7AFF4}"/>
              </a:ext>
            </a:extLst>
          </p:cNvPr>
          <p:cNvSpPr>
            <a:spLocks noGrp="1"/>
          </p:cNvSpPr>
          <p:nvPr>
            <p:ph type="body" sz="quarter" idx="11" hasCustomPrompt="1"/>
          </p:nvPr>
        </p:nvSpPr>
        <p:spPr>
          <a:xfrm>
            <a:off x="1013572" y="869569"/>
            <a:ext cx="10136051" cy="140234"/>
          </a:xfrm>
        </p:spPr>
        <p:txBody>
          <a:bodyPr lIns="0" tIns="0" rIns="0" bIns="0"/>
          <a:lstStyle>
            <a:lvl1pPr marL="0" indent="0">
              <a:buNone/>
              <a:defRPr sz="1050" b="1" i="0">
                <a:solidFill>
                  <a:srgbClr val="716CFF"/>
                </a:solidFill>
                <a:latin typeface="Poppins ExtraBold" pitchFamily="2" charset="77"/>
                <a:cs typeface="Poppins ExtraBold" pitchFamily="2" charset="77"/>
              </a:defRPr>
            </a:lvl1pPr>
          </a:lstStyle>
          <a:p>
            <a:pPr lvl="0"/>
            <a:r>
              <a:rPr lang="en-US"/>
              <a:t>SUBTITLE</a:t>
            </a:r>
          </a:p>
        </p:txBody>
      </p:sp>
      <p:sp>
        <p:nvSpPr>
          <p:cNvPr id="3" name="Slide Number">
            <a:extLst>
              <a:ext uri="{FF2B5EF4-FFF2-40B4-BE49-F238E27FC236}">
                <a16:creationId xmlns:a16="http://schemas.microsoft.com/office/drawing/2014/main" id="{66400C9C-2332-9A7A-B5E7-86B1D324BBBC}"/>
              </a:ext>
            </a:extLst>
          </p:cNvPr>
          <p:cNvSpPr txBox="1">
            <a:spLocks noGrp="1"/>
          </p:cNvSpPr>
          <p:nvPr>
            <p:ph type="sldNum" sz="quarter" idx="2"/>
          </p:nvPr>
        </p:nvSpPr>
        <p:spPr>
          <a:xfrm>
            <a:off x="11606336" y="6316927"/>
            <a:ext cx="370614" cy="334064"/>
          </a:xfrm>
          <a:prstGeom prst="rect">
            <a:avLst/>
          </a:prstGeom>
        </p:spPr>
        <p:txBody>
          <a:bodyPr/>
          <a:lstStyle>
            <a:lvl1pPr algn="r">
              <a:defRPr sz="1000" b="0" i="0">
                <a:solidFill>
                  <a:schemeClr val="tx1"/>
                </a:solidFill>
                <a:latin typeface="Poppins" pitchFamily="2" charset="77"/>
                <a:ea typeface="Poppins" pitchFamily="2" charset="77"/>
                <a:cs typeface="Poppins" pitchFamily="2" charset="77"/>
                <a:sym typeface="Poppins SemiBold"/>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3309780376"/>
      </p:ext>
    </p:extLst>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ext - White">
    <p:spTree>
      <p:nvGrpSpPr>
        <p:cNvPr id="1" name=""/>
        <p:cNvGrpSpPr/>
        <p:nvPr/>
      </p:nvGrpSpPr>
      <p:grpSpPr>
        <a:xfrm>
          <a:off x="0" y="0"/>
          <a:ext cx="0" cy="0"/>
          <a:chOff x="0" y="0"/>
          <a:chExt cx="0" cy="0"/>
        </a:xfrm>
      </p:grpSpPr>
      <p:grpSp>
        <p:nvGrpSpPr>
          <p:cNvPr id="2" name="Google Shape;14;p14">
            <a:extLst>
              <a:ext uri="{FF2B5EF4-FFF2-40B4-BE49-F238E27FC236}">
                <a16:creationId xmlns:a16="http://schemas.microsoft.com/office/drawing/2014/main" id="{4A886CA9-D5BE-AE74-1585-DBBC8CB622E7}"/>
              </a:ext>
            </a:extLst>
          </p:cNvPr>
          <p:cNvGrpSpPr/>
          <p:nvPr userDrawn="1"/>
        </p:nvGrpSpPr>
        <p:grpSpPr>
          <a:xfrm>
            <a:off x="623886" y="203643"/>
            <a:ext cx="10944226" cy="6041293"/>
            <a:chOff x="623886" y="203643"/>
            <a:chExt cx="10944226" cy="6041293"/>
          </a:xfrm>
        </p:grpSpPr>
        <p:cxnSp>
          <p:nvCxnSpPr>
            <p:cNvPr id="3" name="Google Shape;15;p14">
              <a:extLst>
                <a:ext uri="{FF2B5EF4-FFF2-40B4-BE49-F238E27FC236}">
                  <a16:creationId xmlns:a16="http://schemas.microsoft.com/office/drawing/2014/main" id="{24934277-1F88-02A6-E1EB-6962F57708C3}"/>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9" name="Google Shape;16;p14">
              <a:extLst>
                <a:ext uri="{FF2B5EF4-FFF2-40B4-BE49-F238E27FC236}">
                  <a16:creationId xmlns:a16="http://schemas.microsoft.com/office/drawing/2014/main" id="{17DC931E-2A6E-F19B-8814-8A3351BEDEB4}"/>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17;p14">
              <a:extLst>
                <a:ext uri="{FF2B5EF4-FFF2-40B4-BE49-F238E27FC236}">
                  <a16:creationId xmlns:a16="http://schemas.microsoft.com/office/drawing/2014/main" id="{CA9ED347-4C31-CE44-06E7-B137143A5305}"/>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pic>
        <p:nvPicPr>
          <p:cNvPr id="12" name="Google Shape;18;p14">
            <a:extLst>
              <a:ext uri="{FF2B5EF4-FFF2-40B4-BE49-F238E27FC236}">
                <a16:creationId xmlns:a16="http://schemas.microsoft.com/office/drawing/2014/main" id="{24849C5B-7D06-3541-7AAF-16BF9FEBB08A}"/>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Tree>
    <p:extLst>
      <p:ext uri="{BB962C8B-B14F-4D97-AF65-F5344CB8AC3E}">
        <p14:creationId xmlns:p14="http://schemas.microsoft.com/office/powerpoint/2010/main" val="235367127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New Section" type="tx" preserve="1">
  <p:cSld name="New Section">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925246" y="4691601"/>
            <a:ext cx="7794860" cy="961481"/>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5400"/>
              <a:buFont typeface="Arial"/>
              <a:buNone/>
              <a:defRPr sz="5400" b="0" i="0">
                <a:latin typeface="Arial"/>
                <a:ea typeface="Arial"/>
                <a:cs typeface="Arial"/>
                <a:sym typeface="Arial"/>
              </a:defRPr>
            </a:lvl1pPr>
            <a:lvl2pPr lvl="1" algn="l">
              <a:lnSpc>
                <a:spcPct val="100000"/>
              </a:lnSpc>
              <a:spcBef>
                <a:spcPts val="0"/>
              </a:spcBef>
              <a:spcAft>
                <a:spcPts val="0"/>
              </a:spcAft>
              <a:buClr>
                <a:srgbClr val="FDFFF3"/>
              </a:buClr>
              <a:buSzPts val="1800"/>
              <a:buNone/>
              <a:defRPr/>
            </a:lvl2pPr>
            <a:lvl3pPr lvl="2" algn="l">
              <a:lnSpc>
                <a:spcPct val="100000"/>
              </a:lnSpc>
              <a:spcBef>
                <a:spcPts val="0"/>
              </a:spcBef>
              <a:spcAft>
                <a:spcPts val="0"/>
              </a:spcAft>
              <a:buClr>
                <a:srgbClr val="FDFFF3"/>
              </a:buClr>
              <a:buSzPts val="1800"/>
              <a:buNone/>
              <a:defRPr/>
            </a:lvl3pPr>
            <a:lvl4pPr lvl="3" algn="l">
              <a:lnSpc>
                <a:spcPct val="100000"/>
              </a:lnSpc>
              <a:spcBef>
                <a:spcPts val="0"/>
              </a:spcBef>
              <a:spcAft>
                <a:spcPts val="0"/>
              </a:spcAft>
              <a:buClr>
                <a:srgbClr val="FDFFF3"/>
              </a:buClr>
              <a:buSzPts val="1800"/>
              <a:buNone/>
              <a:defRPr/>
            </a:lvl4pPr>
            <a:lvl5pPr lvl="4" algn="l">
              <a:lnSpc>
                <a:spcPct val="100000"/>
              </a:lnSpc>
              <a:spcBef>
                <a:spcPts val="0"/>
              </a:spcBef>
              <a:spcAft>
                <a:spcPts val="0"/>
              </a:spcAft>
              <a:buClr>
                <a:srgbClr val="FDFFF3"/>
              </a:buClr>
              <a:buSzPts val="1800"/>
              <a:buNone/>
              <a:defRPr/>
            </a:lvl5pPr>
            <a:lvl6pPr lvl="5" algn="l">
              <a:lnSpc>
                <a:spcPct val="100000"/>
              </a:lnSpc>
              <a:spcBef>
                <a:spcPts val="0"/>
              </a:spcBef>
              <a:spcAft>
                <a:spcPts val="0"/>
              </a:spcAft>
              <a:buClr>
                <a:srgbClr val="FDFFF3"/>
              </a:buClr>
              <a:buSzPts val="1800"/>
              <a:buNone/>
              <a:defRPr/>
            </a:lvl6pPr>
            <a:lvl7pPr lvl="6" algn="l">
              <a:lnSpc>
                <a:spcPct val="100000"/>
              </a:lnSpc>
              <a:spcBef>
                <a:spcPts val="0"/>
              </a:spcBef>
              <a:spcAft>
                <a:spcPts val="0"/>
              </a:spcAft>
              <a:buClr>
                <a:srgbClr val="FDFFF3"/>
              </a:buClr>
              <a:buSzPts val="1800"/>
              <a:buNone/>
              <a:defRPr/>
            </a:lvl7pPr>
            <a:lvl8pPr lvl="7" algn="l">
              <a:lnSpc>
                <a:spcPct val="100000"/>
              </a:lnSpc>
              <a:spcBef>
                <a:spcPts val="0"/>
              </a:spcBef>
              <a:spcAft>
                <a:spcPts val="0"/>
              </a:spcAft>
              <a:buClr>
                <a:srgbClr val="FDFFF3"/>
              </a:buClr>
              <a:buSzPts val="1800"/>
              <a:buNone/>
              <a:defRPr/>
            </a:lvl8pPr>
            <a:lvl9pPr lvl="8" algn="l">
              <a:lnSpc>
                <a:spcPct val="100000"/>
              </a:lnSpc>
              <a:spcBef>
                <a:spcPts val="0"/>
              </a:spcBef>
              <a:spcAft>
                <a:spcPts val="0"/>
              </a:spcAft>
              <a:buClr>
                <a:srgbClr val="FDFFF3"/>
              </a:buClr>
              <a:buSzPts val="1800"/>
              <a:buNone/>
              <a:defRPr/>
            </a:lvl9pPr>
          </a:lstStyle>
          <a:p>
            <a:r>
              <a:rPr lang="en-GB"/>
              <a:t>Click to edit Master title style</a:t>
            </a:r>
            <a:endParaRPr/>
          </a:p>
        </p:txBody>
      </p:sp>
    </p:spTree>
    <p:extLst>
      <p:ext uri="{BB962C8B-B14F-4D97-AF65-F5344CB8AC3E}">
        <p14:creationId xmlns:p14="http://schemas.microsoft.com/office/powerpoint/2010/main" val="33160552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A yellow dots on a black background&#10;&#10;Description automatically generated">
            <a:extLst>
              <a:ext uri="{FF2B5EF4-FFF2-40B4-BE49-F238E27FC236}">
                <a16:creationId xmlns:a16="http://schemas.microsoft.com/office/drawing/2014/main" id="{B2FA60C4-FC1B-513F-5E03-B389FF3E88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This is the Title Slide">
            <a:extLst>
              <a:ext uri="{FF2B5EF4-FFF2-40B4-BE49-F238E27FC236}">
                <a16:creationId xmlns:a16="http://schemas.microsoft.com/office/drawing/2014/main" id="{9C91420F-D457-3846-A09B-F494E2879C56}"/>
              </a:ext>
            </a:extLst>
          </p:cNvPr>
          <p:cNvSpPr txBox="1">
            <a:spLocks noGrp="1"/>
          </p:cNvSpPr>
          <p:nvPr>
            <p:ph type="title" hasCustomPrompt="1"/>
          </p:nvPr>
        </p:nvSpPr>
        <p:spPr>
          <a:xfrm>
            <a:off x="624839" y="726611"/>
            <a:ext cx="5749456" cy="1541654"/>
          </a:xfrm>
          <a:prstGeom prst="rect">
            <a:avLst/>
          </a:prstGeom>
        </p:spPr>
        <p:txBody>
          <a:bodyPr lIns="0" tIns="0" rIns="0" bIns="0" anchor="t">
            <a:noAutofit/>
          </a:bodyPr>
          <a:lstStyle>
            <a:lvl1pPr>
              <a:lnSpc>
                <a:spcPct val="90000"/>
              </a:lnSpc>
              <a:defRPr sz="6600" b="0" i="0">
                <a:solidFill>
                  <a:schemeClr val="tx1"/>
                </a:solidFill>
                <a:latin typeface="Matter SQ" pitchFamily="2" charset="77"/>
                <a:cs typeface="Matter SQ" pitchFamily="2" charset="77"/>
              </a:defRPr>
            </a:lvl1pPr>
          </a:lstStyle>
          <a:p>
            <a:r>
              <a:t>This is the </a:t>
            </a:r>
            <a:r>
              <a:rPr lang="en-GB"/>
              <a:t>t</a:t>
            </a:r>
            <a:r>
              <a:rPr err="1"/>
              <a:t>itle</a:t>
            </a:r>
            <a:r>
              <a:t> </a:t>
            </a:r>
            <a:r>
              <a:rPr lang="en-GB"/>
              <a:t>s</a:t>
            </a:r>
            <a:r>
              <a:rPr err="1"/>
              <a:t>lide</a:t>
            </a:r>
            <a:endParaRPr/>
          </a:p>
        </p:txBody>
      </p:sp>
      <p:sp>
        <p:nvSpPr>
          <p:cNvPr id="18" name="Date or other details">
            <a:extLst>
              <a:ext uri="{FF2B5EF4-FFF2-40B4-BE49-F238E27FC236}">
                <a16:creationId xmlns:a16="http://schemas.microsoft.com/office/drawing/2014/main" id="{67A07254-7DD9-AA40-95BA-F01AF958943A}"/>
              </a:ext>
            </a:extLst>
          </p:cNvPr>
          <p:cNvSpPr txBox="1">
            <a:spLocks noGrp="1"/>
          </p:cNvSpPr>
          <p:nvPr>
            <p:ph type="body" sz="quarter" idx="21" hasCustomPrompt="1"/>
          </p:nvPr>
        </p:nvSpPr>
        <p:spPr>
          <a:xfrm>
            <a:off x="624839" y="2700948"/>
            <a:ext cx="3350813" cy="861899"/>
          </a:xfrm>
          <a:prstGeom prst="rect">
            <a:avLst/>
          </a:prstGeom>
        </p:spPr>
        <p:txBody>
          <a:bodyPr lIns="0" tIns="0" rIns="0" bIns="0" anchor="t"/>
          <a:lstStyle>
            <a:lvl1pPr marL="0" indent="0" algn="l">
              <a:lnSpc>
                <a:spcPct val="130000"/>
              </a:lnSpc>
              <a:spcBef>
                <a:spcPts val="0"/>
              </a:spcBef>
              <a:buSzTx/>
              <a:buFontTx/>
              <a:buNone/>
              <a:defRPr sz="1200" b="0" i="0">
                <a:solidFill>
                  <a:schemeClr val="tx2"/>
                </a:solidFill>
                <a:latin typeface="Basis Grotesque Mono Pro" panose="020B0509050301040203" pitchFamily="49" charset="0"/>
                <a:ea typeface="Basis Grotesque Mono Pro" panose="020B0509050301040203" pitchFamily="49" charset="0"/>
                <a:cs typeface="Poppins Light" pitchFamily="2" charset="77"/>
                <a:sym typeface="Poppins SemiBold"/>
              </a:defRPr>
            </a:lvl1pPr>
          </a:lstStyle>
          <a:p>
            <a:r>
              <a:rPr lang="en-GB"/>
              <a:t>Subtitle</a:t>
            </a:r>
            <a:endParaRPr/>
          </a:p>
        </p:txBody>
      </p:sp>
    </p:spTree>
    <p:extLst>
      <p:ext uri="{BB962C8B-B14F-4D97-AF65-F5344CB8AC3E}">
        <p14:creationId xmlns:p14="http://schemas.microsoft.com/office/powerpoint/2010/main" val="4285095981"/>
      </p:ext>
    </p:extLst>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x" preserve="1">
  <p:cSld name="New Section">
    <p:bg>
      <p:bgPr>
        <a:solidFill>
          <a:schemeClr val="bg2"/>
        </a:solidFill>
        <a:effectLst/>
      </p:bgPr>
    </p:bg>
    <p:spTree>
      <p:nvGrpSpPr>
        <p:cNvPr id="1" name=""/>
        <p:cNvGrpSpPr/>
        <p:nvPr/>
      </p:nvGrpSpPr>
      <p:grpSpPr>
        <a:xfrm>
          <a:off x="0" y="0"/>
          <a:ext cx="0" cy="0"/>
          <a:chOff x="0" y="0"/>
          <a:chExt cx="0" cy="0"/>
        </a:xfrm>
      </p:grpSpPr>
      <p:sp>
        <p:nvSpPr>
          <p:cNvPr id="45" name="New Section Title"/>
          <p:cNvSpPr txBox="1">
            <a:spLocks noGrp="1"/>
          </p:cNvSpPr>
          <p:nvPr>
            <p:ph type="title" hasCustomPrompt="1"/>
          </p:nvPr>
        </p:nvSpPr>
        <p:spPr>
          <a:xfrm>
            <a:off x="925246" y="4691601"/>
            <a:ext cx="7794860" cy="961481"/>
          </a:xfrm>
          <a:prstGeom prst="rect">
            <a:avLst/>
          </a:prstGeom>
        </p:spPr>
        <p:txBody>
          <a:bodyPr>
            <a:noAutofit/>
          </a:bodyPr>
          <a:lstStyle>
            <a:lvl1pPr algn="l">
              <a:lnSpc>
                <a:spcPct val="100000"/>
              </a:lnSpc>
              <a:defRPr sz="5400" b="0" i="0" spc="0">
                <a:latin typeface="Matter SQ" pitchFamily="2" charset="77"/>
                <a:ea typeface="Matter SQ" pitchFamily="2" charset="77"/>
                <a:cs typeface="Matter SQ" pitchFamily="2" charset="77"/>
                <a:sym typeface="Visuelt Pro Light"/>
              </a:defRPr>
            </a:lvl1pPr>
          </a:lstStyle>
          <a:p>
            <a:r>
              <a:t>New </a:t>
            </a:r>
            <a:r>
              <a:rPr lang="en-GB"/>
              <a:t>s</a:t>
            </a:r>
            <a:r>
              <a:rPr err="1"/>
              <a:t>ection</a:t>
            </a:r>
            <a:r>
              <a:t> </a:t>
            </a:r>
            <a:r>
              <a:rPr lang="en-GB"/>
              <a:t>t</a:t>
            </a:r>
            <a:r>
              <a:rPr err="1"/>
              <a:t>itle</a:t>
            </a:r>
            <a:endParaRPr/>
          </a:p>
        </p:txBody>
      </p:sp>
    </p:spTree>
    <p:extLst>
      <p:ext uri="{BB962C8B-B14F-4D97-AF65-F5344CB8AC3E}">
        <p14:creationId xmlns:p14="http://schemas.microsoft.com/office/powerpoint/2010/main" val="94451517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New section 2">
    <p:bg>
      <p:bgPr>
        <a:solidFill>
          <a:schemeClr val="accent1"/>
        </a:solidFill>
        <a:effectLst/>
      </p:bgPr>
    </p:bg>
    <p:spTree>
      <p:nvGrpSpPr>
        <p:cNvPr id="1" name=""/>
        <p:cNvGrpSpPr/>
        <p:nvPr/>
      </p:nvGrpSpPr>
      <p:grpSpPr>
        <a:xfrm>
          <a:off x="0" y="0"/>
          <a:ext cx="0" cy="0"/>
          <a:chOff x="0" y="0"/>
          <a:chExt cx="0" cy="0"/>
        </a:xfrm>
      </p:grpSpPr>
      <p:pic>
        <p:nvPicPr>
          <p:cNvPr id="6" name="Picture 5" descr="A black background with yellow dots&#10;&#10;Description automatically generated">
            <a:extLst>
              <a:ext uri="{FF2B5EF4-FFF2-40B4-BE49-F238E27FC236}">
                <a16:creationId xmlns:a16="http://schemas.microsoft.com/office/drawing/2014/main" id="{8AE195B1-9474-5BCD-3E35-81F9B73A8D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5" name="New Section Title"/>
          <p:cNvSpPr txBox="1">
            <a:spLocks noGrp="1"/>
          </p:cNvSpPr>
          <p:nvPr>
            <p:ph type="title" hasCustomPrompt="1"/>
          </p:nvPr>
        </p:nvSpPr>
        <p:spPr>
          <a:xfrm>
            <a:off x="1455086" y="4990704"/>
            <a:ext cx="3783486" cy="961481"/>
          </a:xfrm>
          <a:prstGeom prst="rect">
            <a:avLst/>
          </a:prstGeom>
        </p:spPr>
        <p:txBody>
          <a:bodyPr>
            <a:noAutofit/>
          </a:bodyPr>
          <a:lstStyle>
            <a:lvl1pPr algn="l">
              <a:lnSpc>
                <a:spcPct val="100000"/>
              </a:lnSpc>
              <a:defRPr sz="4800" b="0" i="0" spc="0">
                <a:solidFill>
                  <a:schemeClr val="tx1"/>
                </a:solidFill>
                <a:latin typeface="Matter SQ" pitchFamily="2" charset="77"/>
                <a:ea typeface="Matter SQ" pitchFamily="2" charset="77"/>
                <a:cs typeface="Matter SQ" pitchFamily="2" charset="77"/>
                <a:sym typeface="Visuelt Pro Light"/>
              </a:defRPr>
            </a:lvl1pPr>
          </a:lstStyle>
          <a:p>
            <a:r>
              <a:t>Section </a:t>
            </a:r>
            <a:r>
              <a:rPr lang="en-GB"/>
              <a:t>t</a:t>
            </a:r>
            <a:r>
              <a:rPr err="1"/>
              <a:t>itle</a:t>
            </a:r>
            <a:endParaRPr/>
          </a:p>
        </p:txBody>
      </p:sp>
      <p:sp>
        <p:nvSpPr>
          <p:cNvPr id="11" name="Text Placeholder 9">
            <a:extLst>
              <a:ext uri="{FF2B5EF4-FFF2-40B4-BE49-F238E27FC236}">
                <a16:creationId xmlns:a16="http://schemas.microsoft.com/office/drawing/2014/main" id="{502D322B-9696-8DFF-8C67-82F1AE53850C}"/>
              </a:ext>
            </a:extLst>
          </p:cNvPr>
          <p:cNvSpPr>
            <a:spLocks noGrp="1"/>
          </p:cNvSpPr>
          <p:nvPr>
            <p:ph type="body" sz="quarter" idx="10" hasCustomPrompt="1"/>
          </p:nvPr>
        </p:nvSpPr>
        <p:spPr>
          <a:xfrm>
            <a:off x="1545164" y="4963809"/>
            <a:ext cx="2220912" cy="117707"/>
          </a:xfrm>
        </p:spPr>
        <p:txBody>
          <a:bodyPr lIns="0" tIns="0" rIns="0" bIns="0"/>
          <a:lstStyle>
            <a:lvl1pPr marL="0" indent="0">
              <a:buNone/>
              <a:defRPr sz="800">
                <a:solidFill>
                  <a:schemeClr val="bg2"/>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Section XX</a:t>
            </a:r>
            <a:endParaRPr lang="en-US"/>
          </a:p>
        </p:txBody>
      </p:sp>
    </p:spTree>
    <p:extLst>
      <p:ext uri="{BB962C8B-B14F-4D97-AF65-F5344CB8AC3E}">
        <p14:creationId xmlns:p14="http://schemas.microsoft.com/office/powerpoint/2010/main" val="46236561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xt - dark">
    <p:bg>
      <p:bgPr>
        <a:solidFill>
          <a:srgbClr val="212133"/>
        </a:solidFill>
        <a:effectLst/>
      </p:bgPr>
    </p:bg>
    <p:spTree>
      <p:nvGrpSpPr>
        <p:cNvPr id="1" name=""/>
        <p:cNvGrpSpPr/>
        <p:nvPr/>
      </p:nvGrpSpPr>
      <p:grpSpPr>
        <a:xfrm>
          <a:off x="0" y="0"/>
          <a:ext cx="0" cy="0"/>
          <a:chOff x="0" y="0"/>
          <a:chExt cx="0" cy="0"/>
        </a:xfrm>
      </p:grpSpPr>
      <p:pic>
        <p:nvPicPr>
          <p:cNvPr id="5" name="Picture 4" descr="A black rectangular object with a black border&#10;&#10;Description automatically generated">
            <a:extLst>
              <a:ext uri="{FF2B5EF4-FFF2-40B4-BE49-F238E27FC236}">
                <a16:creationId xmlns:a16="http://schemas.microsoft.com/office/drawing/2014/main" id="{44698EE7-FF61-6FE3-52EB-D6F18A77CC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39" y="8572"/>
            <a:ext cx="12176761" cy="6849428"/>
          </a:xfrm>
          <a:prstGeom prst="rect">
            <a:avLst/>
          </a:prstGeom>
        </p:spPr>
      </p:pic>
      <p:sp>
        <p:nvSpPr>
          <p:cNvPr id="9" name="Body Level One…">
            <a:extLst>
              <a:ext uri="{FF2B5EF4-FFF2-40B4-BE49-F238E27FC236}">
                <a16:creationId xmlns:a16="http://schemas.microsoft.com/office/drawing/2014/main" id="{DF731D64-A704-3E45-B6D1-47CF93680310}"/>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tx2"/>
                </a:solidFill>
              </a:defRPr>
            </a:lvl1pPr>
            <a:lvl2pPr marL="228600" indent="0">
              <a:buNone/>
              <a:defRPr sz="1200">
                <a:solidFill>
                  <a:schemeClr val="tx2"/>
                </a:solidFill>
              </a:defRPr>
            </a:lvl2pPr>
            <a:lvl3pPr marL="457200" indent="0">
              <a:buNone/>
              <a:defRPr sz="1200">
                <a:solidFill>
                  <a:schemeClr val="tx2"/>
                </a:solidFill>
              </a:defRPr>
            </a:lvl3pPr>
            <a:lvl4pPr marL="685800" indent="0">
              <a:buNone/>
              <a:defRPr sz="1200">
                <a:solidFill>
                  <a:schemeClr val="tx2"/>
                </a:solidFill>
              </a:defRPr>
            </a:lvl4pPr>
            <a:lvl5pPr marL="914400" indent="0">
              <a:buNone/>
              <a:defRPr sz="12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Tree>
    <p:extLst>
      <p:ext uri="{BB962C8B-B14F-4D97-AF65-F5344CB8AC3E}">
        <p14:creationId xmlns:p14="http://schemas.microsoft.com/office/powerpoint/2010/main" val="38514657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 columns - Dark">
    <p:bg>
      <p:bgPr>
        <a:solidFill>
          <a:srgbClr val="212133"/>
        </a:solidFill>
        <a:effectLst/>
      </p:bgPr>
    </p:bg>
    <p:spTree>
      <p:nvGrpSpPr>
        <p:cNvPr id="1" name=""/>
        <p:cNvGrpSpPr/>
        <p:nvPr/>
      </p:nvGrpSpPr>
      <p:grpSpPr>
        <a:xfrm>
          <a:off x="0" y="0"/>
          <a:ext cx="0" cy="0"/>
          <a:chOff x="0" y="0"/>
          <a:chExt cx="0" cy="0"/>
        </a:xfrm>
      </p:grpSpPr>
      <p:pic>
        <p:nvPicPr>
          <p:cNvPr id="5" name="Picture 4" descr="A black rectangular object with a black border&#10;&#10;Description automatically generated">
            <a:extLst>
              <a:ext uri="{FF2B5EF4-FFF2-40B4-BE49-F238E27FC236}">
                <a16:creationId xmlns:a16="http://schemas.microsoft.com/office/drawing/2014/main" id="{44698EE7-FF61-6FE3-52EB-D6F18A77CC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39" y="8572"/>
            <a:ext cx="12176761" cy="6849428"/>
          </a:xfrm>
          <a:prstGeom prst="rect">
            <a:avLst/>
          </a:prstGeom>
        </p:spPr>
      </p:pic>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
        <p:nvSpPr>
          <p:cNvPr id="2" name="Body Level One…">
            <a:extLst>
              <a:ext uri="{FF2B5EF4-FFF2-40B4-BE49-F238E27FC236}">
                <a16:creationId xmlns:a16="http://schemas.microsoft.com/office/drawing/2014/main" id="{B8157C8B-10A7-5F2E-79A2-605B68225C31}"/>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3" name="Body Level One…">
            <a:extLst>
              <a:ext uri="{FF2B5EF4-FFF2-40B4-BE49-F238E27FC236}">
                <a16:creationId xmlns:a16="http://schemas.microsoft.com/office/drawing/2014/main" id="{12F3C27E-B745-3A23-8401-AAB89BEAF896}"/>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Body Level One…">
            <a:extLst>
              <a:ext uri="{FF2B5EF4-FFF2-40B4-BE49-F238E27FC236}">
                <a16:creationId xmlns:a16="http://schemas.microsoft.com/office/drawing/2014/main" id="{FA55B3EE-7140-EB9D-FD70-D81BA7C5843F}"/>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3793112171"/>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ext - Light">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109500366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ext with screenshot image">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Picture 12" descr="A black and white photo of a black and white photo of a black and white photo of a black and white photo of a black and white photo of a black and white photo of a black and&#10;&#10;Description automatically generated">
            <a:extLst>
              <a:ext uri="{FF2B5EF4-FFF2-40B4-BE49-F238E27FC236}">
                <a16:creationId xmlns:a16="http://schemas.microsoft.com/office/drawing/2014/main" id="{38D1A0AF-C686-A32E-5B8F-EB1C0912BA2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45975" y="-1"/>
            <a:ext cx="4246025" cy="6264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1" name="Rectangle 10">
            <a:extLst>
              <a:ext uri="{FF2B5EF4-FFF2-40B4-BE49-F238E27FC236}">
                <a16:creationId xmlns:a16="http://schemas.microsoft.com/office/drawing/2014/main" id="{B5D989FD-478A-0BBD-E82B-9B294493E89B}"/>
              </a:ext>
            </a:extLst>
          </p:cNvPr>
          <p:cNvSpPr/>
          <p:nvPr userDrawn="1"/>
        </p:nvSpPr>
        <p:spPr>
          <a:xfrm>
            <a:off x="7102715" y="5390147"/>
            <a:ext cx="1732548" cy="1467853"/>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69868" y="1207982"/>
            <a:ext cx="7198243" cy="4182165"/>
          </a:xfrm>
          <a:solidFill>
            <a:schemeClr val="tx1"/>
          </a:solidFill>
          <a:ln w="53975">
            <a:solidFill>
              <a:schemeClr val="bg1"/>
            </a:solidFill>
          </a:ln>
        </p:spPr>
        <p:txBody>
          <a:bodyPr/>
          <a:lstStyle/>
          <a:p>
            <a:r>
              <a:rPr lang="en-GB"/>
              <a:t>Click icon to add picture</a:t>
            </a:r>
            <a:endParaRPr lang="en-US"/>
          </a:p>
        </p:txBody>
      </p:sp>
    </p:spTree>
    <p:extLst>
      <p:ext uri="{BB962C8B-B14F-4D97-AF65-F5344CB8AC3E}">
        <p14:creationId xmlns:p14="http://schemas.microsoft.com/office/powerpoint/2010/main" val="330548966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Image layout 1 ">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44000" y="612100"/>
            <a:ext cx="7848000" cy="6245900"/>
          </a:xfrm>
          <a:solidFill>
            <a:schemeClr val="tx1"/>
          </a:solidFill>
          <a:ln w="53975">
            <a:noFill/>
          </a:ln>
        </p:spPr>
        <p:txBody>
          <a:bodyPr/>
          <a:lstStyle/>
          <a:p>
            <a:r>
              <a:rPr lang="en-GB"/>
              <a:t>Click icon to add picture</a:t>
            </a:r>
            <a:endParaRPr lang="en-US"/>
          </a:p>
        </p:txBody>
      </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397022112"/>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Image layout 2">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0" y="616416"/>
            <a:ext cx="8992998" cy="3114000"/>
          </a:xfrm>
          <a:solidFill>
            <a:schemeClr val="tx1"/>
          </a:solidFill>
          <a:ln w="53975">
            <a:noFill/>
          </a:ln>
        </p:spPr>
        <p:txBody>
          <a:bodyPr/>
          <a:lstStyle/>
          <a:p>
            <a:r>
              <a:rPr lang="en-GB"/>
              <a:t>Click icon to add picture</a:t>
            </a:r>
            <a:endParaRPr lang="en-US"/>
          </a:p>
        </p:txBody>
      </p:sp>
      <p:pic>
        <p:nvPicPr>
          <p:cNvPr id="16" name="Picture 15" descr="A black and white wavy background&#10;&#10;Description automatically generated">
            <a:extLst>
              <a:ext uri="{FF2B5EF4-FFF2-40B4-BE49-F238E27FC236}">
                <a16:creationId xmlns:a16="http://schemas.microsoft.com/office/drawing/2014/main" id="{BD47BA80-733B-1259-C752-018D015C8B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94573" y="616416"/>
            <a:ext cx="2577104" cy="3114000"/>
          </a:xfrm>
          <a:prstGeom prst="rect">
            <a:avLst/>
          </a:prstGeom>
        </p:spPr>
      </p:pic>
      <p:sp>
        <p:nvSpPr>
          <p:cNvPr id="17" name="Body Level One…">
            <a:extLst>
              <a:ext uri="{FF2B5EF4-FFF2-40B4-BE49-F238E27FC236}">
                <a16:creationId xmlns:a16="http://schemas.microsoft.com/office/drawing/2014/main" id="{F77A1705-FA22-C457-903B-9A880BC34715}"/>
              </a:ext>
            </a:extLst>
          </p:cNvPr>
          <p:cNvSpPr txBox="1">
            <a:spLocks noGrp="1"/>
          </p:cNvSpPr>
          <p:nvPr>
            <p:ph type="body" idx="13"/>
          </p:nvPr>
        </p:nvSpPr>
        <p:spPr>
          <a:xfrm>
            <a:off x="430180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8" name="Body Level One…">
            <a:extLst>
              <a:ext uri="{FF2B5EF4-FFF2-40B4-BE49-F238E27FC236}">
                <a16:creationId xmlns:a16="http://schemas.microsoft.com/office/drawing/2014/main" id="{73CF275F-653F-B6D9-714D-44CDADAFDE35}"/>
              </a:ext>
            </a:extLst>
          </p:cNvPr>
          <p:cNvSpPr txBox="1">
            <a:spLocks noGrp="1"/>
          </p:cNvSpPr>
          <p:nvPr>
            <p:ph type="body" idx="14"/>
          </p:nvPr>
        </p:nvSpPr>
        <p:spPr>
          <a:xfrm>
            <a:off x="797972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25264370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ase study - single slide">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1977335"/>
            <a:ext cx="4122056" cy="874890"/>
          </a:xfrm>
          <a:prstGeom prst="rect">
            <a:avLst/>
          </a:prstGeom>
        </p:spPr>
        <p:txBody>
          <a:bodyPr lIns="0" tIns="0" rIns="0" bIns="0"/>
          <a:lstStyle>
            <a:lvl1pPr marL="0" indent="0">
              <a:buNone/>
              <a:defRPr sz="1000">
                <a:solidFill>
                  <a:schemeClr val="accent1"/>
                </a:solidFill>
              </a:defRPr>
            </a:lvl1pPr>
            <a:lvl2pPr marL="228600" indent="0">
              <a:buNone/>
              <a:defRPr sz="1000">
                <a:solidFill>
                  <a:schemeClr val="accent1"/>
                </a:solidFill>
              </a:defRPr>
            </a:lvl2pPr>
            <a:lvl3pPr marL="457200" indent="0">
              <a:buNone/>
              <a:defRPr sz="1000">
                <a:solidFill>
                  <a:schemeClr val="accent1"/>
                </a:solidFill>
              </a:defRPr>
            </a:lvl3pPr>
            <a:lvl4pPr marL="685800" indent="0">
              <a:buNone/>
              <a:defRPr sz="1000">
                <a:solidFill>
                  <a:schemeClr val="accent1"/>
                </a:solidFill>
              </a:defRPr>
            </a:lvl4pPr>
            <a:lvl5pPr marL="914400" indent="0">
              <a:buNone/>
              <a:defRPr sz="10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573926"/>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3" name="Picture Placeholder 12">
            <a:extLst>
              <a:ext uri="{FF2B5EF4-FFF2-40B4-BE49-F238E27FC236}">
                <a16:creationId xmlns:a16="http://schemas.microsoft.com/office/drawing/2014/main" id="{A7C1A2D5-585D-D659-6C5E-701C377585EC}"/>
              </a:ext>
            </a:extLst>
          </p:cNvPr>
          <p:cNvSpPr>
            <a:spLocks noGrp="1"/>
          </p:cNvSpPr>
          <p:nvPr>
            <p:ph type="pic" sz="quarter" idx="13"/>
          </p:nvPr>
        </p:nvSpPr>
        <p:spPr>
          <a:xfrm>
            <a:off x="623473" y="3063554"/>
            <a:ext cx="4114590" cy="3171600"/>
          </a:xfrm>
        </p:spPr>
        <p:txBody>
          <a:bodyPr/>
          <a:lstStyle/>
          <a:p>
            <a:r>
              <a:rPr lang="en-GB"/>
              <a:t>Click icon to add picture</a:t>
            </a:r>
            <a:endParaRPr lang="en-US"/>
          </a:p>
        </p:txBody>
      </p:sp>
    </p:spTree>
    <p:extLst>
      <p:ext uri="{BB962C8B-B14F-4D97-AF65-F5344CB8AC3E}">
        <p14:creationId xmlns:p14="http://schemas.microsoft.com/office/powerpoint/2010/main" val="120297411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Case study - title slide">
    <p:bg>
      <p:bgPr>
        <a:solidFill>
          <a:schemeClr val="tx2"/>
        </a:solidFill>
        <a:effectLst/>
      </p:bgPr>
    </p:bg>
    <p:spTree>
      <p:nvGrpSpPr>
        <p:cNvPr id="1" name=""/>
        <p:cNvGrpSpPr/>
        <p:nvPr/>
      </p:nvGrpSpPr>
      <p:grpSpPr>
        <a:xfrm>
          <a:off x="0" y="0"/>
          <a:ext cx="0" cy="0"/>
          <a:chOff x="0" y="0"/>
          <a:chExt cx="0" cy="0"/>
        </a:xfrm>
      </p:grpSpPr>
      <p:pic>
        <p:nvPicPr>
          <p:cNvPr id="9" name="Picture 8" descr="A white rectangular object with black lines&#10;&#10;Description automatically generated">
            <a:extLst>
              <a:ext uri="{FF2B5EF4-FFF2-40B4-BE49-F238E27FC236}">
                <a16:creationId xmlns:a16="http://schemas.microsoft.com/office/drawing/2014/main" id="{64534286-D5FB-71F6-A32D-1E92AE69EDD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5" name="New Section Title"/>
          <p:cNvSpPr txBox="1">
            <a:spLocks noGrp="1"/>
          </p:cNvSpPr>
          <p:nvPr>
            <p:ph type="title" hasCustomPrompt="1"/>
          </p:nvPr>
        </p:nvSpPr>
        <p:spPr>
          <a:xfrm>
            <a:off x="618494" y="3776358"/>
            <a:ext cx="3967794" cy="635721"/>
          </a:xfrm>
          <a:prstGeom prst="rect">
            <a:avLst/>
          </a:prstGeom>
        </p:spPr>
        <p:txBody>
          <a:bodyPr lIns="0" tIns="0" rIns="0" bIns="0" anchor="t">
            <a:noAutofit/>
          </a:bodyPr>
          <a:lstStyle>
            <a:lvl1pPr algn="l">
              <a:lnSpc>
                <a:spcPct val="100000"/>
              </a:lnSpc>
              <a:defRPr sz="3600" b="0" i="0" spc="0">
                <a:solidFill>
                  <a:schemeClr val="bg1"/>
                </a:solidFill>
                <a:latin typeface="Matter SQ" pitchFamily="2" charset="77"/>
                <a:ea typeface="Matter SQ" pitchFamily="2" charset="77"/>
                <a:cs typeface="Matter SQ" pitchFamily="2" charset="77"/>
                <a:sym typeface="Visuelt Pro Light"/>
              </a:defRPr>
            </a:lvl1pPr>
          </a:lstStyle>
          <a:p>
            <a:r>
              <a:rPr lang="en-GB"/>
              <a:t>Metro Bank</a:t>
            </a:r>
            <a:endParaRPr/>
          </a:p>
        </p:txBody>
      </p:sp>
      <p:sp>
        <p:nvSpPr>
          <p:cNvPr id="6" name="Body Level One…">
            <a:extLst>
              <a:ext uri="{FF2B5EF4-FFF2-40B4-BE49-F238E27FC236}">
                <a16:creationId xmlns:a16="http://schemas.microsoft.com/office/drawing/2014/main" id="{A1275966-07D5-B3DC-B309-40B8353233BE}"/>
              </a:ext>
            </a:extLst>
          </p:cNvPr>
          <p:cNvSpPr txBox="1">
            <a:spLocks noGrp="1"/>
          </p:cNvSpPr>
          <p:nvPr>
            <p:ph type="body" idx="1"/>
          </p:nvPr>
        </p:nvSpPr>
        <p:spPr>
          <a:xfrm>
            <a:off x="618493" y="4553960"/>
            <a:ext cx="3217701" cy="1203904"/>
          </a:xfrm>
          <a:prstGeom prst="rect">
            <a:avLst/>
          </a:prstGeom>
        </p:spPr>
        <p:txBody>
          <a:bodyPr lIns="0" tIns="0" rIns="0" bIns="0"/>
          <a:lstStyle>
            <a:lvl1pPr marL="0" indent="0" algn="l">
              <a:lnSpc>
                <a:spcPct val="114000"/>
              </a:lnSpc>
              <a:buNone/>
              <a:defRPr sz="1200" b="0" i="0">
                <a:solidFill>
                  <a:schemeClr val="accent1"/>
                </a:solidFill>
                <a:latin typeface="Basis Grotesque Mono Pro Medium" panose="020B0509050301040203" pitchFamily="49" charset="0"/>
                <a:cs typeface="Matter SQ" pitchFamily="2" charset="77"/>
              </a:defRPr>
            </a:lvl1pPr>
            <a:lvl2pPr marL="411480" indent="-182880" algn="l">
              <a:lnSpc>
                <a:spcPct val="114000"/>
              </a:lnSpc>
              <a:defRPr sz="1200" b="0" i="0">
                <a:solidFill>
                  <a:schemeClr val="accent1"/>
                </a:solidFill>
                <a:latin typeface="Basis Grotesque Mono Pro Medium" panose="020B0509050301040203" pitchFamily="49" charset="0"/>
                <a:cs typeface="Matter SQ" pitchFamily="2" charset="77"/>
              </a:defRPr>
            </a:lvl2pPr>
            <a:lvl3pPr marL="640080" indent="-182880" algn="l">
              <a:lnSpc>
                <a:spcPct val="114000"/>
              </a:lnSpc>
              <a:defRPr sz="1200" b="0" i="0">
                <a:solidFill>
                  <a:schemeClr val="accent1"/>
                </a:solidFill>
                <a:latin typeface="Basis Grotesque Mono Pro Medium" panose="020B0509050301040203" pitchFamily="49" charset="0"/>
                <a:cs typeface="Matter SQ" pitchFamily="2" charset="77"/>
              </a:defRPr>
            </a:lvl3pPr>
            <a:lvl4pPr marL="868680" indent="-182880" algn="l">
              <a:lnSpc>
                <a:spcPct val="114000"/>
              </a:lnSpc>
              <a:defRPr sz="1200" b="0" i="0">
                <a:solidFill>
                  <a:schemeClr val="accent1"/>
                </a:solidFill>
                <a:latin typeface="Basis Grotesque Mono Pro Medium" panose="020B0509050301040203" pitchFamily="49" charset="0"/>
                <a:cs typeface="Matter SQ" pitchFamily="2" charset="77"/>
              </a:defRPr>
            </a:lvl4pPr>
            <a:lvl5pPr marL="1097280" indent="-182880" algn="l">
              <a:lnSpc>
                <a:spcPct val="114000"/>
              </a:lnSpc>
              <a:defRPr sz="1200" b="0" i="0">
                <a:solidFill>
                  <a:schemeClr val="accent1"/>
                </a:solidFill>
                <a:latin typeface="Basis Grotesque Mono Pro Medium" panose="020B0509050301040203" pitchFamily="49" charset="0"/>
                <a:cs typeface="Matter SQ"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6" name="Picture Placeholder 2">
            <a:extLst>
              <a:ext uri="{FF2B5EF4-FFF2-40B4-BE49-F238E27FC236}">
                <a16:creationId xmlns:a16="http://schemas.microsoft.com/office/drawing/2014/main" id="{CBD404EC-83B2-16A9-3613-CB658640539D}"/>
              </a:ext>
            </a:extLst>
          </p:cNvPr>
          <p:cNvSpPr>
            <a:spLocks noGrp="1"/>
          </p:cNvSpPr>
          <p:nvPr>
            <p:ph type="pic" sz="quarter" idx="12"/>
          </p:nvPr>
        </p:nvSpPr>
        <p:spPr>
          <a:xfrm>
            <a:off x="5260874" y="602766"/>
            <a:ext cx="6931125" cy="4908237"/>
          </a:xfrm>
        </p:spPr>
        <p:txBody>
          <a:bodyPr/>
          <a:lstStyle/>
          <a:p>
            <a:r>
              <a:rPr lang="en-GB"/>
              <a:t>Click icon to add picture</a:t>
            </a:r>
            <a:endParaRPr lang="en-US"/>
          </a:p>
        </p:txBody>
      </p:sp>
      <p:sp>
        <p:nvSpPr>
          <p:cNvPr id="4" name="Text Placeholder 16">
            <a:extLst>
              <a:ext uri="{FF2B5EF4-FFF2-40B4-BE49-F238E27FC236}">
                <a16:creationId xmlns:a16="http://schemas.microsoft.com/office/drawing/2014/main" id="{B823A6E4-652E-DF37-F339-15944A9394AF}"/>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7" name="Text Placeholder 16">
            <a:extLst>
              <a:ext uri="{FF2B5EF4-FFF2-40B4-BE49-F238E27FC236}">
                <a16:creationId xmlns:a16="http://schemas.microsoft.com/office/drawing/2014/main" id="{1F515B30-21B8-63DE-9204-63C9B0673EBC}"/>
              </a:ext>
            </a:extLst>
          </p:cNvPr>
          <p:cNvSpPr>
            <a:spLocks noGrp="1"/>
          </p:cNvSpPr>
          <p:nvPr>
            <p:ph type="body" sz="quarter" idx="13"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8" name="Slide Number">
            <a:extLst>
              <a:ext uri="{FF2B5EF4-FFF2-40B4-BE49-F238E27FC236}">
                <a16:creationId xmlns:a16="http://schemas.microsoft.com/office/drawing/2014/main" id="{6D51FF65-417B-B25F-9B6D-BD5196FE67CE}"/>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389923011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3 columns - light">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2" name="Body Level One…">
            <a:extLst>
              <a:ext uri="{FF2B5EF4-FFF2-40B4-BE49-F238E27FC236}">
                <a16:creationId xmlns:a16="http://schemas.microsoft.com/office/drawing/2014/main" id="{C1E701F8-4246-7C0F-B6BE-6BC06608396E}"/>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3" name="Body Level One…">
            <a:extLst>
              <a:ext uri="{FF2B5EF4-FFF2-40B4-BE49-F238E27FC236}">
                <a16:creationId xmlns:a16="http://schemas.microsoft.com/office/drawing/2014/main" id="{B6B3F73D-6151-BD10-C6CF-1641A8BF8ECC}"/>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426882831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ext - Dark ">
    <p:bg>
      <p:bgPr>
        <a:solidFill>
          <a:schemeClr val="bg1"/>
        </a:solidFill>
        <a:effectLst/>
      </p:bgPr>
    </p:bg>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F61A9EB-E1CF-E8FE-E8DB-7D06BEEEAEC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822691100"/>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_Text - White">
    <p:bg>
      <p:bgPr>
        <a:solidFill>
          <a:srgbClr val="FFFFFF"/>
        </a:solidFill>
        <a:effectLst/>
      </p:bgPr>
    </p:bg>
    <p:spTree>
      <p:nvGrpSpPr>
        <p:cNvPr id="1" name=""/>
        <p:cNvGrpSpPr/>
        <p:nvPr/>
      </p:nvGrpSpPr>
      <p:grpSpPr>
        <a:xfrm>
          <a:off x="0" y="0"/>
          <a:ext cx="0" cy="0"/>
          <a:chOff x="0" y="0"/>
          <a:chExt cx="0" cy="0"/>
        </a:xfrm>
      </p:grpSpPr>
      <p:pic>
        <p:nvPicPr>
          <p:cNvPr id="3" name="Picture 2" descr="A white rectangular object with black lines&#10;&#10;Description automatically generated">
            <a:extLst>
              <a:ext uri="{FF2B5EF4-FFF2-40B4-BE49-F238E27FC236}">
                <a16:creationId xmlns:a16="http://schemas.microsoft.com/office/drawing/2014/main" id="{943AFBDA-BAF4-84F2-C928-53977B8698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spcBef>
                <a:spcPts val="0"/>
              </a:spcBef>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spcBef>
                <a:spcPts val="0"/>
              </a:spcBef>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77538479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matchingName="Text - dark" preserve="1">
  <p:cSld name="1_Text - dark">
    <p:bg>
      <p:bgPr>
        <a:solidFill>
          <a:srgbClr val="212133"/>
        </a:solidFill>
        <a:effectLst/>
      </p:bgPr>
    </p:bg>
    <p:spTree>
      <p:nvGrpSpPr>
        <p:cNvPr id="1" name="Shape 21"/>
        <p:cNvGrpSpPr/>
        <p:nvPr/>
      </p:nvGrpSpPr>
      <p:grpSpPr>
        <a:xfrm>
          <a:off x="0" y="0"/>
          <a:ext cx="0" cy="0"/>
          <a:chOff x="0" y="0"/>
          <a:chExt cx="0" cy="0"/>
        </a:xfrm>
      </p:grpSpPr>
      <p:pic>
        <p:nvPicPr>
          <p:cNvPr id="22" name="Google Shape;22;p4" descr="A black rectangular object with a black border&#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3" name="Google Shape;23;p4"/>
          <p:cNvSpPr txBox="1">
            <a:spLocks noGrp="1"/>
          </p:cNvSpPr>
          <p:nvPr>
            <p:ph type="body" idx="1"/>
          </p:nvPr>
        </p:nvSpPr>
        <p:spPr>
          <a:xfrm>
            <a:off x="623888" y="4654703"/>
            <a:ext cx="2505600" cy="87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2"/>
              </a:buClr>
              <a:buSzPts val="900"/>
              <a:buNone/>
              <a:defRPr sz="1200">
                <a:solidFill>
                  <a:schemeClr val="lt2"/>
                </a:solidFill>
              </a:defRPr>
            </a:lvl1pPr>
            <a:lvl2pPr marL="1219170" lvl="1" indent="-304792" algn="l">
              <a:lnSpc>
                <a:spcPct val="114000"/>
              </a:lnSpc>
              <a:spcBef>
                <a:spcPts val="800"/>
              </a:spcBef>
              <a:spcAft>
                <a:spcPts val="0"/>
              </a:spcAft>
              <a:buClr>
                <a:schemeClr val="lt2"/>
              </a:buClr>
              <a:buSzPts val="900"/>
              <a:buNone/>
              <a:defRPr sz="1200">
                <a:solidFill>
                  <a:schemeClr val="lt2"/>
                </a:solidFill>
              </a:defRPr>
            </a:lvl2pPr>
            <a:lvl3pPr marL="1828754" lvl="2" indent="-304792" algn="l">
              <a:lnSpc>
                <a:spcPct val="114000"/>
              </a:lnSpc>
              <a:spcBef>
                <a:spcPts val="800"/>
              </a:spcBef>
              <a:spcAft>
                <a:spcPts val="0"/>
              </a:spcAft>
              <a:buClr>
                <a:schemeClr val="lt2"/>
              </a:buClr>
              <a:buSzPts val="900"/>
              <a:buNone/>
              <a:defRPr sz="1200">
                <a:solidFill>
                  <a:schemeClr val="lt2"/>
                </a:solidFill>
              </a:defRPr>
            </a:lvl3pPr>
            <a:lvl4pPr marL="2438339" lvl="3" indent="-304792" algn="l">
              <a:lnSpc>
                <a:spcPct val="114000"/>
              </a:lnSpc>
              <a:spcBef>
                <a:spcPts val="800"/>
              </a:spcBef>
              <a:spcAft>
                <a:spcPts val="0"/>
              </a:spcAft>
              <a:buClr>
                <a:schemeClr val="lt2"/>
              </a:buClr>
              <a:buSzPts val="900"/>
              <a:buNone/>
              <a:defRPr sz="1200">
                <a:solidFill>
                  <a:schemeClr val="lt2"/>
                </a:solidFill>
              </a:defRPr>
            </a:lvl4pPr>
            <a:lvl5pPr marL="3047924" lvl="4" indent="-304792" algn="l">
              <a:lnSpc>
                <a:spcPct val="114000"/>
              </a:lnSpc>
              <a:spcBef>
                <a:spcPts val="800"/>
              </a:spcBef>
              <a:spcAft>
                <a:spcPts val="0"/>
              </a:spcAft>
              <a:buClr>
                <a:schemeClr val="lt2"/>
              </a:buClr>
              <a:buSzPts val="900"/>
              <a:buNone/>
              <a:defRPr sz="1200">
                <a:solidFill>
                  <a:schemeClr val="lt2"/>
                </a:solidFill>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24" name="Google Shape;24;p4"/>
          <p:cNvSpPr txBox="1">
            <a:spLocks noGrp="1"/>
          </p:cNvSpPr>
          <p:nvPr>
            <p:ph type="sldNum" idx="12"/>
          </p:nvPr>
        </p:nvSpPr>
        <p:spPr>
          <a:xfrm>
            <a:off x="11067976" y="6419932"/>
            <a:ext cx="500000" cy="110800"/>
          </a:xfrm>
          <a:prstGeom prst="rect">
            <a:avLst/>
          </a:prstGeom>
          <a:noFill/>
          <a:ln>
            <a:noFill/>
          </a:ln>
        </p:spPr>
        <p:txBody>
          <a:bodyPr spcFirstLastPara="1" wrap="square" lIns="0" tIns="0" rIns="0" bIns="0" anchor="ctr" anchorCtr="0">
            <a:spAutoFit/>
          </a:bodyPr>
          <a:lstStyle>
            <a:lvl1pPr marL="0" lvl="0"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1pPr>
            <a:lvl2pPr marL="0" lvl="1"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2pPr>
            <a:lvl3pPr marL="0" lvl="2"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3pPr>
            <a:lvl4pPr marL="0" lvl="3"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4pPr>
            <a:lvl5pPr marL="0" lvl="4"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5pPr>
            <a:lvl6pPr marL="0" lvl="5"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6pPr>
            <a:lvl7pPr marL="0" lvl="6"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7pPr>
            <a:lvl8pPr marL="0" lvl="7"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8pPr>
            <a:lvl9pPr marL="0" lvl="8" indent="0" algn="r">
              <a:lnSpc>
                <a:spcPct val="90000"/>
              </a:lnSpc>
              <a:spcBef>
                <a:spcPts val="0"/>
              </a:spcBef>
              <a:spcAft>
                <a:spcPts val="0"/>
              </a:spcAft>
              <a:buClr>
                <a:schemeClr val="lt1"/>
              </a:buClr>
              <a:buSzPts val="600"/>
              <a:buFont typeface="Arial"/>
              <a:buNone/>
              <a:defRPr sz="800" b="0" i="0" u="none" strike="noStrike" cap="none">
                <a:solidFill>
                  <a:schemeClr val="lt1"/>
                </a:solidFill>
                <a:latin typeface="Arial"/>
                <a:ea typeface="Arial"/>
                <a:cs typeface="Arial"/>
                <a:sym typeface="Arial"/>
              </a:defRPr>
            </a:lvl9pPr>
          </a:lstStyle>
          <a:p>
            <a:r>
              <a:rPr lang="en-US"/>
              <a:t>Page </a:t>
            </a:r>
            <a:fld id="{00000000-1234-1234-1234-123412341234}" type="slidenum">
              <a:rPr lang="en" smtClean="0"/>
              <a:pPr/>
              <a:t>‹#›</a:t>
            </a:fld>
            <a:endParaRPr/>
          </a:p>
        </p:txBody>
      </p:sp>
      <p:sp>
        <p:nvSpPr>
          <p:cNvPr id="25" name="Google Shape;25;p4"/>
          <p:cNvSpPr txBox="1">
            <a:spLocks noGrp="1"/>
          </p:cNvSpPr>
          <p:nvPr>
            <p:ph type="title"/>
          </p:nvPr>
        </p:nvSpPr>
        <p:spPr>
          <a:xfrm>
            <a:off x="623888" y="1207981"/>
            <a:ext cx="4105600" cy="21184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2700"/>
              <a:buFont typeface="Inter"/>
              <a:buNone/>
              <a:defRPr sz="3600" b="0" i="0">
                <a:solidFill>
                  <a:schemeClr val="lt1"/>
                </a:solidFill>
                <a:latin typeface="Inter"/>
                <a:ea typeface="Inter"/>
                <a:cs typeface="Inter"/>
                <a:sym typeface="Inter"/>
              </a:defRPr>
            </a:lvl1pPr>
            <a:lvl2pPr lvl="1" algn="l">
              <a:lnSpc>
                <a:spcPct val="100000"/>
              </a:lnSpc>
              <a:spcBef>
                <a:spcPts val="0"/>
              </a:spcBef>
              <a:spcAft>
                <a:spcPts val="0"/>
              </a:spcAft>
              <a:buClr>
                <a:srgbClr val="FDFFF3"/>
              </a:buClr>
              <a:buSzPts val="1400"/>
              <a:buNone/>
              <a:defRPr/>
            </a:lvl2pPr>
            <a:lvl3pPr lvl="2" algn="l">
              <a:lnSpc>
                <a:spcPct val="100000"/>
              </a:lnSpc>
              <a:spcBef>
                <a:spcPts val="0"/>
              </a:spcBef>
              <a:spcAft>
                <a:spcPts val="0"/>
              </a:spcAft>
              <a:buClr>
                <a:srgbClr val="FDFFF3"/>
              </a:buClr>
              <a:buSzPts val="1400"/>
              <a:buNone/>
              <a:defRPr/>
            </a:lvl3pPr>
            <a:lvl4pPr lvl="3" algn="l">
              <a:lnSpc>
                <a:spcPct val="100000"/>
              </a:lnSpc>
              <a:spcBef>
                <a:spcPts val="0"/>
              </a:spcBef>
              <a:spcAft>
                <a:spcPts val="0"/>
              </a:spcAft>
              <a:buClr>
                <a:srgbClr val="FDFFF3"/>
              </a:buClr>
              <a:buSzPts val="1400"/>
              <a:buNone/>
              <a:defRPr/>
            </a:lvl4pPr>
            <a:lvl5pPr lvl="4" algn="l">
              <a:lnSpc>
                <a:spcPct val="100000"/>
              </a:lnSpc>
              <a:spcBef>
                <a:spcPts val="0"/>
              </a:spcBef>
              <a:spcAft>
                <a:spcPts val="0"/>
              </a:spcAft>
              <a:buClr>
                <a:srgbClr val="FDFFF3"/>
              </a:buClr>
              <a:buSzPts val="1400"/>
              <a:buNone/>
              <a:defRPr/>
            </a:lvl5pPr>
            <a:lvl6pPr lvl="5" algn="l">
              <a:lnSpc>
                <a:spcPct val="100000"/>
              </a:lnSpc>
              <a:spcBef>
                <a:spcPts val="0"/>
              </a:spcBef>
              <a:spcAft>
                <a:spcPts val="0"/>
              </a:spcAft>
              <a:buClr>
                <a:srgbClr val="FDFFF3"/>
              </a:buClr>
              <a:buSzPts val="1400"/>
              <a:buNone/>
              <a:defRPr/>
            </a:lvl6pPr>
            <a:lvl7pPr lvl="6" algn="l">
              <a:lnSpc>
                <a:spcPct val="100000"/>
              </a:lnSpc>
              <a:spcBef>
                <a:spcPts val="0"/>
              </a:spcBef>
              <a:spcAft>
                <a:spcPts val="0"/>
              </a:spcAft>
              <a:buClr>
                <a:srgbClr val="FDFFF3"/>
              </a:buClr>
              <a:buSzPts val="1400"/>
              <a:buNone/>
              <a:defRPr/>
            </a:lvl7pPr>
            <a:lvl8pPr lvl="7" algn="l">
              <a:lnSpc>
                <a:spcPct val="100000"/>
              </a:lnSpc>
              <a:spcBef>
                <a:spcPts val="0"/>
              </a:spcBef>
              <a:spcAft>
                <a:spcPts val="0"/>
              </a:spcAft>
              <a:buClr>
                <a:srgbClr val="FDFFF3"/>
              </a:buClr>
              <a:buSzPts val="1400"/>
              <a:buNone/>
              <a:defRPr/>
            </a:lvl8pPr>
            <a:lvl9pPr lvl="8" algn="l">
              <a:lnSpc>
                <a:spcPct val="100000"/>
              </a:lnSpc>
              <a:spcBef>
                <a:spcPts val="0"/>
              </a:spcBef>
              <a:spcAft>
                <a:spcPts val="0"/>
              </a:spcAft>
              <a:buClr>
                <a:srgbClr val="FDFFF3"/>
              </a:buClr>
              <a:buSzPts val="1400"/>
              <a:buNone/>
              <a:defRPr/>
            </a:lvl9pPr>
          </a:lstStyle>
          <a:p>
            <a:r>
              <a:rPr lang="en-GB"/>
              <a:t>Click to edit Master title style</a:t>
            </a:r>
            <a:endParaRPr/>
          </a:p>
        </p:txBody>
      </p:sp>
      <p:sp>
        <p:nvSpPr>
          <p:cNvPr id="26" name="Google Shape;26;p4"/>
          <p:cNvSpPr txBox="1">
            <a:spLocks noGrp="1"/>
          </p:cNvSpPr>
          <p:nvPr>
            <p:ph type="body" idx="2"/>
          </p:nvPr>
        </p:nvSpPr>
        <p:spPr>
          <a:xfrm>
            <a:off x="623888" y="341907"/>
            <a:ext cx="1429200" cy="24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dk2"/>
              </a:buClr>
              <a:buSzPts val="600"/>
              <a:buNone/>
              <a:defRPr sz="800">
                <a:solidFill>
                  <a:schemeClr val="dk2"/>
                </a:solidFill>
              </a:defRPr>
            </a:lvl1pPr>
            <a:lvl2pPr marL="1219170" lvl="1" indent="-423323" algn="l">
              <a:lnSpc>
                <a:spcPct val="114000"/>
              </a:lnSpc>
              <a:spcBef>
                <a:spcPts val="800"/>
              </a:spcBef>
              <a:spcAft>
                <a:spcPts val="0"/>
              </a:spcAft>
              <a:buClr>
                <a:schemeClr val="dk1"/>
              </a:buClr>
              <a:buSzPts val="1400"/>
              <a:buChar char="•"/>
              <a:defRPr/>
            </a:lvl2pPr>
            <a:lvl3pPr marL="1828754" lvl="2" indent="-423323" algn="l">
              <a:lnSpc>
                <a:spcPct val="114000"/>
              </a:lnSpc>
              <a:spcBef>
                <a:spcPts val="800"/>
              </a:spcBef>
              <a:spcAft>
                <a:spcPts val="0"/>
              </a:spcAft>
              <a:buClr>
                <a:schemeClr val="dk1"/>
              </a:buClr>
              <a:buSzPts val="1400"/>
              <a:buChar char="•"/>
              <a:defRPr/>
            </a:lvl3pPr>
            <a:lvl4pPr marL="2438339" lvl="3" indent="-423323" algn="l">
              <a:lnSpc>
                <a:spcPct val="114000"/>
              </a:lnSpc>
              <a:spcBef>
                <a:spcPts val="800"/>
              </a:spcBef>
              <a:spcAft>
                <a:spcPts val="0"/>
              </a:spcAft>
              <a:buClr>
                <a:schemeClr val="dk1"/>
              </a:buClr>
              <a:buSzPts val="1400"/>
              <a:buChar char="•"/>
              <a:defRPr/>
            </a:lvl4pPr>
            <a:lvl5pPr marL="3047924" lvl="4" indent="-423323" algn="l">
              <a:lnSpc>
                <a:spcPct val="114000"/>
              </a:lnSpc>
              <a:spcBef>
                <a:spcPts val="800"/>
              </a:spcBef>
              <a:spcAft>
                <a:spcPts val="0"/>
              </a:spcAft>
              <a:buClr>
                <a:schemeClr val="dk1"/>
              </a:buClr>
              <a:buSzPts val="1400"/>
              <a:buChar char="•"/>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27" name="Google Shape;27;p4"/>
          <p:cNvSpPr txBox="1">
            <a:spLocks noGrp="1"/>
          </p:cNvSpPr>
          <p:nvPr>
            <p:ph type="body" idx="3"/>
          </p:nvPr>
        </p:nvSpPr>
        <p:spPr>
          <a:xfrm>
            <a:off x="2480400" y="341907"/>
            <a:ext cx="2876800" cy="244800"/>
          </a:xfrm>
          <a:prstGeom prst="rect">
            <a:avLst/>
          </a:prstGeom>
          <a:noFill/>
          <a:ln>
            <a:noFill/>
          </a:ln>
        </p:spPr>
        <p:txBody>
          <a:bodyPr spcFirstLastPara="1" wrap="square" lIns="0" tIns="0" rIns="0" bIns="0" anchor="t" anchorCtr="0">
            <a:noAutofit/>
          </a:bodyPr>
          <a:lstStyle>
            <a:lvl1pPr marL="609585" lvl="0" indent="-304792" algn="l">
              <a:lnSpc>
                <a:spcPct val="114000"/>
              </a:lnSpc>
              <a:spcBef>
                <a:spcPts val="800"/>
              </a:spcBef>
              <a:spcAft>
                <a:spcPts val="0"/>
              </a:spcAft>
              <a:buClr>
                <a:schemeClr val="lt1"/>
              </a:buClr>
              <a:buSzPts val="600"/>
              <a:buNone/>
              <a:defRPr sz="800">
                <a:solidFill>
                  <a:schemeClr val="lt1"/>
                </a:solidFill>
              </a:defRPr>
            </a:lvl1pPr>
            <a:lvl2pPr marL="1219170" lvl="1" indent="-423323" algn="l">
              <a:lnSpc>
                <a:spcPct val="114000"/>
              </a:lnSpc>
              <a:spcBef>
                <a:spcPts val="800"/>
              </a:spcBef>
              <a:spcAft>
                <a:spcPts val="0"/>
              </a:spcAft>
              <a:buClr>
                <a:schemeClr val="dk1"/>
              </a:buClr>
              <a:buSzPts val="1400"/>
              <a:buChar char="•"/>
              <a:defRPr/>
            </a:lvl2pPr>
            <a:lvl3pPr marL="1828754" lvl="2" indent="-423323" algn="l">
              <a:lnSpc>
                <a:spcPct val="114000"/>
              </a:lnSpc>
              <a:spcBef>
                <a:spcPts val="800"/>
              </a:spcBef>
              <a:spcAft>
                <a:spcPts val="0"/>
              </a:spcAft>
              <a:buClr>
                <a:schemeClr val="dk1"/>
              </a:buClr>
              <a:buSzPts val="1400"/>
              <a:buChar char="•"/>
              <a:defRPr/>
            </a:lvl3pPr>
            <a:lvl4pPr marL="2438339" lvl="3" indent="-423323" algn="l">
              <a:lnSpc>
                <a:spcPct val="114000"/>
              </a:lnSpc>
              <a:spcBef>
                <a:spcPts val="800"/>
              </a:spcBef>
              <a:spcAft>
                <a:spcPts val="0"/>
              </a:spcAft>
              <a:buClr>
                <a:schemeClr val="dk1"/>
              </a:buClr>
              <a:buSzPts val="1400"/>
              <a:buChar char="•"/>
              <a:defRPr/>
            </a:lvl4pPr>
            <a:lvl5pPr marL="3047924" lvl="4" indent="-423323" algn="l">
              <a:lnSpc>
                <a:spcPct val="114000"/>
              </a:lnSpc>
              <a:spcBef>
                <a:spcPts val="800"/>
              </a:spcBef>
              <a:spcAft>
                <a:spcPts val="0"/>
              </a:spcAft>
              <a:buClr>
                <a:schemeClr val="dk1"/>
              </a:buClr>
              <a:buSzPts val="1400"/>
              <a:buChar char="•"/>
              <a:defRPr/>
            </a:lvl5pPr>
            <a:lvl6pPr marL="3657509" lvl="5" indent="-423323" algn="just">
              <a:lnSpc>
                <a:spcPct val="90000"/>
              </a:lnSpc>
              <a:spcBef>
                <a:spcPts val="800"/>
              </a:spcBef>
              <a:spcAft>
                <a:spcPts val="0"/>
              </a:spcAft>
              <a:buClr>
                <a:schemeClr val="accent5"/>
              </a:buClr>
              <a:buSzPts val="1400"/>
              <a:buChar char="•"/>
              <a:defRPr/>
            </a:lvl6pPr>
            <a:lvl7pPr marL="4267093" lvl="6" indent="-423323" algn="just">
              <a:lnSpc>
                <a:spcPct val="90000"/>
              </a:lnSpc>
              <a:spcBef>
                <a:spcPts val="800"/>
              </a:spcBef>
              <a:spcAft>
                <a:spcPts val="0"/>
              </a:spcAft>
              <a:buClr>
                <a:schemeClr val="accent5"/>
              </a:buClr>
              <a:buSzPts val="1400"/>
              <a:buChar char="•"/>
              <a:defRPr/>
            </a:lvl7pPr>
            <a:lvl8pPr marL="4876678" lvl="7" indent="-423323" algn="just">
              <a:lnSpc>
                <a:spcPct val="90000"/>
              </a:lnSpc>
              <a:spcBef>
                <a:spcPts val="800"/>
              </a:spcBef>
              <a:spcAft>
                <a:spcPts val="0"/>
              </a:spcAft>
              <a:buClr>
                <a:schemeClr val="accent5"/>
              </a:buClr>
              <a:buSzPts val="1400"/>
              <a:buChar char="•"/>
              <a:defRPr/>
            </a:lvl8pPr>
            <a:lvl9pPr marL="5486263" lvl="8" indent="-423323" algn="just">
              <a:lnSpc>
                <a:spcPct val="90000"/>
              </a:lnSpc>
              <a:spcBef>
                <a:spcPts val="800"/>
              </a:spcBef>
              <a:spcAft>
                <a:spcPts val="0"/>
              </a:spcAft>
              <a:buClr>
                <a:schemeClr val="accent5"/>
              </a:buClr>
              <a:buSzPts val="1400"/>
              <a:buChar char="•"/>
              <a:defRPr/>
            </a:lvl9pPr>
          </a:lstStyle>
          <a:p>
            <a:pPr lvl="0"/>
            <a:r>
              <a:rPr lang="en-GB"/>
              <a:t>Click to edit Master text styles</a:t>
            </a:r>
          </a:p>
        </p:txBody>
      </p:sp>
    </p:spTree>
    <p:extLst>
      <p:ext uri="{BB962C8B-B14F-4D97-AF65-F5344CB8AC3E}">
        <p14:creationId xmlns:p14="http://schemas.microsoft.com/office/powerpoint/2010/main" val="165739962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95">
          <p15:clr>
            <a:srgbClr val="FBAE40"/>
          </p15:clr>
        </p15:guide>
        <p15:guide id="4" pos="5465">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2_Text - Light">
    <p:bg>
      <p:bgPr>
        <a:solidFill>
          <a:schemeClr val="tx2"/>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E1CB96D6-A25B-8C66-B641-7037A8BE6C3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79726" cy="6851096"/>
          </a:xfrm>
          <a:prstGeom prst="rect">
            <a:avLst/>
          </a:prstGeom>
        </p:spPr>
      </p:pic>
      <p:sp>
        <p:nvSpPr>
          <p:cNvPr id="2" name="Rectangle 1">
            <a:extLst>
              <a:ext uri="{FF2B5EF4-FFF2-40B4-BE49-F238E27FC236}">
                <a16:creationId xmlns:a16="http://schemas.microsoft.com/office/drawing/2014/main" id="{580F34F1-AC3B-32E1-C5D4-014E294BAED3}"/>
              </a:ext>
            </a:extLst>
          </p:cNvPr>
          <p:cNvSpPr>
            <a:spLocks/>
          </p:cNvSpPr>
          <p:nvPr userDrawn="1"/>
        </p:nvSpPr>
        <p:spPr>
          <a:xfrm>
            <a:off x="6096000" y="0"/>
            <a:ext cx="6096000" cy="6858000"/>
          </a:xfrm>
          <a:prstGeom prst="rect">
            <a:avLst/>
          </a:prstGeom>
          <a:solidFill>
            <a:schemeClr val="tx1">
              <a:lumMod val="8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no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nchor="b"/>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dirty="0"/>
              <a:t>Title </a:t>
            </a:r>
            <a:endParaRPr dirty="0"/>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dirty="0"/>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dirty="0"/>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dirty="0">
                <a:cs typeface="Matter SQ Medium" pitchFamily="2" charset="77"/>
              </a:rPr>
              <a:t>Page </a:t>
            </a:r>
            <a:fld id="{86CB4B4D-7CA3-9044-876B-883B54F8677D}" type="slidenum">
              <a:rPr lang="en-GB" smtClean="0">
                <a:cs typeface="Matter SQ Medium" pitchFamily="2" charset="77"/>
              </a:rPr>
              <a:pPr/>
              <a:t>‹#›</a:t>
            </a:fld>
            <a:endParaRPr lang="en-GB" dirty="0">
              <a:cs typeface="Matter SQ Medium" pitchFamily="2" charset="77"/>
            </a:endParaRPr>
          </a:p>
        </p:txBody>
      </p:sp>
      <p:sp>
        <p:nvSpPr>
          <p:cNvPr id="12" name="Media Placeholder 11">
            <a:extLst>
              <a:ext uri="{FF2B5EF4-FFF2-40B4-BE49-F238E27FC236}">
                <a16:creationId xmlns:a16="http://schemas.microsoft.com/office/drawing/2014/main" id="{E796A507-35E8-0546-501C-0263FE69C9E2}"/>
              </a:ext>
            </a:extLst>
          </p:cNvPr>
          <p:cNvSpPr>
            <a:spLocks noGrp="1"/>
          </p:cNvSpPr>
          <p:nvPr>
            <p:ph type="media" sz="quarter" idx="12"/>
          </p:nvPr>
        </p:nvSpPr>
        <p:spPr>
          <a:xfrm>
            <a:off x="8047038" y="1058863"/>
            <a:ext cx="2193925" cy="4740275"/>
          </a:xfrm>
          <a:prstGeom prst="roundRect">
            <a:avLst>
              <a:gd name="adj" fmla="val 14709"/>
            </a:avLst>
          </a:prstGeom>
          <a:ln w="47625">
            <a:solidFill>
              <a:schemeClr val="bg1"/>
            </a:solidFill>
          </a:ln>
        </p:spPr>
        <p:txBody>
          <a:bodyPr/>
          <a:lstStyle/>
          <a:p>
            <a:r>
              <a:rPr lang="en-GB"/>
              <a:t>Click icon to add media</a:t>
            </a:r>
            <a:endParaRPr lang="en-US"/>
          </a:p>
        </p:txBody>
      </p:sp>
    </p:spTree>
    <p:extLst>
      <p:ext uri="{BB962C8B-B14F-4D97-AF65-F5344CB8AC3E}">
        <p14:creationId xmlns:p14="http://schemas.microsoft.com/office/powerpoint/2010/main" val="267460567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A yellow dots on a black background&#10;&#10;Description automatically generated">
            <a:extLst>
              <a:ext uri="{FF2B5EF4-FFF2-40B4-BE49-F238E27FC236}">
                <a16:creationId xmlns:a16="http://schemas.microsoft.com/office/drawing/2014/main" id="{B2FA60C4-FC1B-513F-5E03-B389FF3E88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This is the Title Slide">
            <a:extLst>
              <a:ext uri="{FF2B5EF4-FFF2-40B4-BE49-F238E27FC236}">
                <a16:creationId xmlns:a16="http://schemas.microsoft.com/office/drawing/2014/main" id="{9C91420F-D457-3846-A09B-F494E2879C56}"/>
              </a:ext>
            </a:extLst>
          </p:cNvPr>
          <p:cNvSpPr txBox="1">
            <a:spLocks noGrp="1"/>
          </p:cNvSpPr>
          <p:nvPr>
            <p:ph type="title" hasCustomPrompt="1"/>
          </p:nvPr>
        </p:nvSpPr>
        <p:spPr>
          <a:xfrm>
            <a:off x="624839" y="726611"/>
            <a:ext cx="5749456" cy="1541654"/>
          </a:xfrm>
          <a:prstGeom prst="rect">
            <a:avLst/>
          </a:prstGeom>
        </p:spPr>
        <p:txBody>
          <a:bodyPr lIns="0" tIns="0" rIns="0" bIns="0" anchor="t">
            <a:noAutofit/>
          </a:bodyPr>
          <a:lstStyle>
            <a:lvl1pPr>
              <a:lnSpc>
                <a:spcPct val="90000"/>
              </a:lnSpc>
              <a:defRPr sz="6600" b="0" i="0">
                <a:solidFill>
                  <a:schemeClr val="tx1"/>
                </a:solidFill>
                <a:latin typeface="Matter SQ" pitchFamily="2" charset="77"/>
                <a:cs typeface="Matter SQ" pitchFamily="2" charset="77"/>
              </a:defRPr>
            </a:lvl1pPr>
          </a:lstStyle>
          <a:p>
            <a:r>
              <a:t>This is the </a:t>
            </a:r>
            <a:r>
              <a:rPr lang="en-GB"/>
              <a:t>t</a:t>
            </a:r>
            <a:r>
              <a:rPr err="1"/>
              <a:t>itle</a:t>
            </a:r>
            <a:r>
              <a:t> </a:t>
            </a:r>
            <a:r>
              <a:rPr lang="en-GB"/>
              <a:t>s</a:t>
            </a:r>
            <a:r>
              <a:rPr err="1"/>
              <a:t>lide</a:t>
            </a:r>
            <a:endParaRPr/>
          </a:p>
        </p:txBody>
      </p:sp>
      <p:sp>
        <p:nvSpPr>
          <p:cNvPr id="18" name="Date or other details">
            <a:extLst>
              <a:ext uri="{FF2B5EF4-FFF2-40B4-BE49-F238E27FC236}">
                <a16:creationId xmlns:a16="http://schemas.microsoft.com/office/drawing/2014/main" id="{67A07254-7DD9-AA40-95BA-F01AF958943A}"/>
              </a:ext>
            </a:extLst>
          </p:cNvPr>
          <p:cNvSpPr txBox="1">
            <a:spLocks noGrp="1"/>
          </p:cNvSpPr>
          <p:nvPr>
            <p:ph type="body" sz="quarter" idx="21" hasCustomPrompt="1"/>
          </p:nvPr>
        </p:nvSpPr>
        <p:spPr>
          <a:xfrm>
            <a:off x="624839" y="2700948"/>
            <a:ext cx="3350813" cy="861899"/>
          </a:xfrm>
          <a:prstGeom prst="rect">
            <a:avLst/>
          </a:prstGeom>
        </p:spPr>
        <p:txBody>
          <a:bodyPr lIns="0" tIns="0" rIns="0" bIns="0" anchor="t"/>
          <a:lstStyle>
            <a:lvl1pPr marL="0" indent="0" algn="l">
              <a:lnSpc>
                <a:spcPct val="130000"/>
              </a:lnSpc>
              <a:spcBef>
                <a:spcPts val="0"/>
              </a:spcBef>
              <a:buSzTx/>
              <a:buFontTx/>
              <a:buNone/>
              <a:defRPr sz="1200" b="0" i="0">
                <a:solidFill>
                  <a:schemeClr val="tx2"/>
                </a:solidFill>
                <a:latin typeface="Basis Grotesque Mono Pro" panose="020B0509050301040203" pitchFamily="49" charset="0"/>
                <a:ea typeface="Basis Grotesque Mono Pro" panose="020B0509050301040203" pitchFamily="49" charset="0"/>
                <a:cs typeface="Poppins Light" pitchFamily="2" charset="77"/>
                <a:sym typeface="Poppins SemiBold"/>
              </a:defRPr>
            </a:lvl1pPr>
          </a:lstStyle>
          <a:p>
            <a:r>
              <a:rPr lang="en-GB"/>
              <a:t>Subtitle</a:t>
            </a:r>
            <a:endParaRPr/>
          </a:p>
        </p:txBody>
      </p:sp>
    </p:spTree>
    <p:extLst>
      <p:ext uri="{BB962C8B-B14F-4D97-AF65-F5344CB8AC3E}">
        <p14:creationId xmlns:p14="http://schemas.microsoft.com/office/powerpoint/2010/main" val="1147388605"/>
      </p:ext>
    </p:extLst>
  </p:cSld>
  <p:clrMapOvr>
    <a:masterClrMapping/>
  </p:clrMapOvr>
  <p:transition spd="med"/>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55B5B7-4680-2AB9-9919-B60DA8DA02CC}"/>
              </a:ext>
            </a:extLst>
          </p:cNvPr>
          <p:cNvSpPr/>
          <p:nvPr userDrawn="1"/>
        </p:nvSpPr>
        <p:spPr>
          <a:xfrm>
            <a:off x="3042252" y="4946630"/>
            <a:ext cx="1332000" cy="18889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sp>
        <p:nvSpPr>
          <p:cNvPr id="5" name="Title 2">
            <a:extLst>
              <a:ext uri="{FF2B5EF4-FFF2-40B4-BE49-F238E27FC236}">
                <a16:creationId xmlns:a16="http://schemas.microsoft.com/office/drawing/2014/main" id="{2AAE178D-250F-B098-6B83-F27D6E5C1763}"/>
              </a:ext>
            </a:extLst>
          </p:cNvPr>
          <p:cNvSpPr txBox="1">
            <a:spLocks/>
          </p:cNvSpPr>
          <p:nvPr userDrawn="1"/>
        </p:nvSpPr>
        <p:spPr>
          <a:xfrm>
            <a:off x="2085855" y="791413"/>
            <a:ext cx="6635770" cy="1541654"/>
          </a:xfrm>
          <a:prstGeom prst="rect">
            <a:avLst/>
          </a:prstGeom>
        </p:spPr>
        <p:txBody>
          <a:bodyPr lIns="0" tIns="0" rIns="0" bIns="0"/>
          <a:lstStyle>
            <a:lvl1pPr marL="0" marR="0" indent="0" algn="l" defTabSz="914400" rtl="0" latinLnBrk="0">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pPr hangingPunct="1"/>
            <a:r>
              <a:rPr kumimoji="0" lang="en-US" sz="6600" u="none" strike="noStrike" kern="0" cap="none" spc="0" normalizeH="0" baseline="0" noProof="0">
                <a:ln>
                  <a:noFill/>
                </a:ln>
                <a:solidFill>
                  <a:srgbClr val="FFFFFF"/>
                </a:solidFill>
                <a:effectLst/>
                <a:uLnTx/>
                <a:uFillTx/>
                <a:sym typeface="Visuelt Pro Bold"/>
              </a:rPr>
              <a:t>Customer-led voice assistants</a:t>
            </a:r>
            <a:endParaRPr lang="en-US">
              <a:solidFill>
                <a:schemeClr val="tx1"/>
              </a:solidFill>
            </a:endParaRPr>
          </a:p>
        </p:txBody>
      </p:sp>
      <p:pic>
        <p:nvPicPr>
          <p:cNvPr id="6" name="Picture 5" descr="A black and white logo&#10;&#10;Description automatically generated">
            <a:extLst>
              <a:ext uri="{FF2B5EF4-FFF2-40B4-BE49-F238E27FC236}">
                <a16:creationId xmlns:a16="http://schemas.microsoft.com/office/drawing/2014/main" id="{60029FB0-4D57-6B2A-1DD0-BF734165BF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24224" y="915037"/>
            <a:ext cx="1517650" cy="455295"/>
          </a:xfrm>
          <a:prstGeom prst="rect">
            <a:avLst/>
          </a:prstGeom>
        </p:spPr>
      </p:pic>
      <p:pic>
        <p:nvPicPr>
          <p:cNvPr id="7" name="Picture 6">
            <a:extLst>
              <a:ext uri="{FF2B5EF4-FFF2-40B4-BE49-F238E27FC236}">
                <a16:creationId xmlns:a16="http://schemas.microsoft.com/office/drawing/2014/main" id="{E014EF8B-29FA-9514-E447-79A4323562C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120888" y="4197845"/>
            <a:ext cx="312290" cy="261452"/>
          </a:xfrm>
          <a:prstGeom prst="rect">
            <a:avLst/>
          </a:prstGeom>
        </p:spPr>
      </p:pic>
      <p:pic>
        <p:nvPicPr>
          <p:cNvPr id="8" name="Picture 7" descr="A black and white photo&#10;&#10;Description automatically generated">
            <a:extLst>
              <a:ext uri="{FF2B5EF4-FFF2-40B4-BE49-F238E27FC236}">
                <a16:creationId xmlns:a16="http://schemas.microsoft.com/office/drawing/2014/main" id="{67577F5F-8F82-E09B-E111-871149B252F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378151" cy="6858000"/>
          </a:xfrm>
          <a:prstGeom prst="rect">
            <a:avLst/>
          </a:prstGeom>
        </p:spPr>
      </p:pic>
      <p:sp>
        <p:nvSpPr>
          <p:cNvPr id="9" name="Text Placeholder 11">
            <a:extLst>
              <a:ext uri="{FF2B5EF4-FFF2-40B4-BE49-F238E27FC236}">
                <a16:creationId xmlns:a16="http://schemas.microsoft.com/office/drawing/2014/main" id="{DE69759A-948F-75AF-DD3E-DDAFE204B36F}"/>
              </a:ext>
            </a:extLst>
          </p:cNvPr>
          <p:cNvSpPr txBox="1">
            <a:spLocks/>
          </p:cNvSpPr>
          <p:nvPr userDrawn="1"/>
        </p:nvSpPr>
        <p:spPr>
          <a:xfrm>
            <a:off x="2085855" y="4635185"/>
            <a:ext cx="4377369" cy="874890"/>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a:solidFill>
                  <a:schemeClr val="tx1"/>
                </a:solidFill>
                <a:latin typeface="Matter SQ" pitchFamily="2" charset="77"/>
                <a:cs typeface="Matter SQ" pitchFamily="2" charset="77"/>
              </a:rPr>
              <a:t>Our voice assistant has enabled me to reduce hiring this year by </a:t>
            </a:r>
            <a:r>
              <a:rPr lang="en-US" sz="1400">
                <a:latin typeface="Matter SQ" pitchFamily="2" charset="77"/>
                <a:cs typeface="Matter SQ" pitchFamily="2" charset="77"/>
              </a:rPr>
              <a:t>over 100 people, </a:t>
            </a:r>
            <a:r>
              <a:rPr lang="en-US" sz="1400">
                <a:solidFill>
                  <a:schemeClr val="tx1"/>
                </a:solidFill>
                <a:latin typeface="Matter SQ" pitchFamily="2" charset="77"/>
                <a:cs typeface="Matter SQ" pitchFamily="2" charset="77"/>
              </a:rPr>
              <a:t>and has truly helped us to provide consistency for our customers.</a:t>
            </a:r>
            <a:endParaRPr lang="en-US">
              <a:solidFill>
                <a:schemeClr val="tx1"/>
              </a:solidFill>
            </a:endParaRPr>
          </a:p>
        </p:txBody>
      </p:sp>
      <p:sp>
        <p:nvSpPr>
          <p:cNvPr id="10" name="Text Placeholder 11">
            <a:extLst>
              <a:ext uri="{FF2B5EF4-FFF2-40B4-BE49-F238E27FC236}">
                <a16:creationId xmlns:a16="http://schemas.microsoft.com/office/drawing/2014/main" id="{66506F38-1114-B7DA-3EF3-F43634E50694}"/>
              </a:ext>
            </a:extLst>
          </p:cNvPr>
          <p:cNvSpPr txBox="1">
            <a:spLocks/>
          </p:cNvSpPr>
          <p:nvPr userDrawn="1"/>
        </p:nvSpPr>
        <p:spPr>
          <a:xfrm>
            <a:off x="2085855" y="5878887"/>
            <a:ext cx="3568985" cy="25203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900">
                <a:solidFill>
                  <a:schemeClr val="tx1"/>
                </a:solidFill>
                <a:latin typeface="Basis Grotesque Mono Pro Medium" panose="020B0509050301040203" pitchFamily="49" charset="0"/>
                <a:cs typeface="Matter SQ" pitchFamily="2" charset="77"/>
              </a:rPr>
              <a:t>Director of Contact Center Operations</a:t>
            </a:r>
          </a:p>
          <a:p>
            <a:pPr marL="0" indent="0" hangingPunct="1">
              <a:spcBef>
                <a:spcPts val="200"/>
              </a:spcBef>
              <a:buNone/>
            </a:pPr>
            <a:r>
              <a:rPr lang="en-US" sz="900">
                <a:solidFill>
                  <a:schemeClr val="tx1"/>
                </a:solidFill>
                <a:latin typeface="Basis Grotesque Mono Pro Medium" panose="020B0509050301040203" pitchFamily="49" charset="0"/>
                <a:cs typeface="Matter SQ" pitchFamily="2" charset="77"/>
              </a:rPr>
              <a:t>Carter’s</a:t>
            </a:r>
            <a:endParaRPr lang="en-US" sz="800" b="1">
              <a:solidFill>
                <a:schemeClr val="tx1"/>
              </a:solidFill>
              <a:latin typeface="Basis Grotesque Mono Pro Medium" panose="020B0509050301040203" pitchFamily="49" charset="0"/>
            </a:endParaRPr>
          </a:p>
        </p:txBody>
      </p:sp>
      <p:sp>
        <p:nvSpPr>
          <p:cNvPr id="11" name="Text Placeholder 11">
            <a:extLst>
              <a:ext uri="{FF2B5EF4-FFF2-40B4-BE49-F238E27FC236}">
                <a16:creationId xmlns:a16="http://schemas.microsoft.com/office/drawing/2014/main" id="{7A90C916-31E7-296D-88ED-197114FA57A1}"/>
              </a:ext>
            </a:extLst>
          </p:cNvPr>
          <p:cNvSpPr txBox="1">
            <a:spLocks/>
          </p:cNvSpPr>
          <p:nvPr userDrawn="1"/>
        </p:nvSpPr>
        <p:spPr>
          <a:xfrm>
            <a:off x="2085855" y="5585411"/>
            <a:ext cx="1064325" cy="25203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a:solidFill>
                  <a:schemeClr val="bg2"/>
                </a:solidFill>
                <a:latin typeface="Matter SQ" pitchFamily="2" charset="77"/>
                <a:cs typeface="Matter SQ" pitchFamily="2" charset="77"/>
              </a:rPr>
              <a:t>Mike Hansen</a:t>
            </a:r>
            <a:endParaRPr lang="en-US">
              <a:solidFill>
                <a:schemeClr val="bg2"/>
              </a:solidFill>
            </a:endParaRPr>
          </a:p>
        </p:txBody>
      </p:sp>
    </p:spTree>
    <p:extLst>
      <p:ext uri="{BB962C8B-B14F-4D97-AF65-F5344CB8AC3E}">
        <p14:creationId xmlns:p14="http://schemas.microsoft.com/office/powerpoint/2010/main" val="87033075"/>
      </p:ext>
    </p:extLst>
  </p:cSld>
  <p:clrMapOvr>
    <a:masterClrMapping/>
  </p:clrMapOvr>
  <p:transition spd="med"/>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solidFill>
          <a:schemeClr val="bg1"/>
        </a:solid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AAE178D-250F-B098-6B83-F27D6E5C1763}"/>
              </a:ext>
            </a:extLst>
          </p:cNvPr>
          <p:cNvSpPr txBox="1">
            <a:spLocks/>
          </p:cNvSpPr>
          <p:nvPr userDrawn="1"/>
        </p:nvSpPr>
        <p:spPr>
          <a:xfrm>
            <a:off x="2085855" y="791413"/>
            <a:ext cx="6635770" cy="1541654"/>
          </a:xfrm>
          <a:prstGeom prst="rect">
            <a:avLst/>
          </a:prstGeom>
        </p:spPr>
        <p:txBody>
          <a:bodyPr lIns="0" tIns="0" rIns="0" bIns="0"/>
          <a:lstStyle>
            <a:lvl1pPr marL="0" marR="0" indent="0" algn="l" defTabSz="914400" rtl="0" latinLnBrk="0">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pPr hangingPunct="1"/>
            <a:r>
              <a:rPr kumimoji="0" lang="en-US" sz="6600" u="none" strike="noStrike" kern="0" cap="none" spc="0" normalizeH="0" baseline="0" noProof="0">
                <a:ln>
                  <a:noFill/>
                </a:ln>
                <a:solidFill>
                  <a:srgbClr val="FFFFFF"/>
                </a:solidFill>
                <a:effectLst/>
                <a:uLnTx/>
                <a:uFillTx/>
                <a:sym typeface="Visuelt Pro Bold"/>
              </a:rPr>
              <a:t>Customer-led voice assistants</a:t>
            </a:r>
            <a:endParaRPr lang="en-US">
              <a:solidFill>
                <a:schemeClr val="tx1"/>
              </a:solidFill>
            </a:endParaRPr>
          </a:p>
        </p:txBody>
      </p:sp>
      <p:pic>
        <p:nvPicPr>
          <p:cNvPr id="6" name="Picture 5" descr="A black and white logo&#10;&#10;Description automatically generated">
            <a:extLst>
              <a:ext uri="{FF2B5EF4-FFF2-40B4-BE49-F238E27FC236}">
                <a16:creationId xmlns:a16="http://schemas.microsoft.com/office/drawing/2014/main" id="{60029FB0-4D57-6B2A-1DD0-BF734165BF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24224" y="915037"/>
            <a:ext cx="1517650" cy="455295"/>
          </a:xfrm>
          <a:prstGeom prst="rect">
            <a:avLst/>
          </a:prstGeom>
        </p:spPr>
      </p:pic>
      <p:pic>
        <p:nvPicPr>
          <p:cNvPr id="8" name="Picture 7" descr="A black and white photo&#10;&#10;Description automatically generated">
            <a:extLst>
              <a:ext uri="{FF2B5EF4-FFF2-40B4-BE49-F238E27FC236}">
                <a16:creationId xmlns:a16="http://schemas.microsoft.com/office/drawing/2014/main" id="{67577F5F-8F82-E09B-E111-871149B252F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378151" cy="6858000"/>
          </a:xfrm>
          <a:prstGeom prst="rect">
            <a:avLst/>
          </a:prstGeom>
        </p:spPr>
      </p:pic>
      <p:sp>
        <p:nvSpPr>
          <p:cNvPr id="3" name="Rectangle 2">
            <a:extLst>
              <a:ext uri="{FF2B5EF4-FFF2-40B4-BE49-F238E27FC236}">
                <a16:creationId xmlns:a16="http://schemas.microsoft.com/office/drawing/2014/main" id="{5BD6D6DE-DE7A-F727-806C-15CB2DEB460B}"/>
              </a:ext>
            </a:extLst>
          </p:cNvPr>
          <p:cNvSpPr/>
          <p:nvPr userDrawn="1"/>
        </p:nvSpPr>
        <p:spPr>
          <a:xfrm>
            <a:off x="2606762" y="5171994"/>
            <a:ext cx="4176000" cy="252000"/>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pic>
        <p:nvPicPr>
          <p:cNvPr id="4" name="Picture 3">
            <a:extLst>
              <a:ext uri="{FF2B5EF4-FFF2-40B4-BE49-F238E27FC236}">
                <a16:creationId xmlns:a16="http://schemas.microsoft.com/office/drawing/2014/main" id="{2F50F1EC-0C53-2209-9478-696139548E4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20888" y="4197845"/>
            <a:ext cx="312290" cy="261452"/>
          </a:xfrm>
          <a:prstGeom prst="rect">
            <a:avLst/>
          </a:prstGeom>
        </p:spPr>
      </p:pic>
      <p:sp>
        <p:nvSpPr>
          <p:cNvPr id="12" name="Text Placeholder 11">
            <a:extLst>
              <a:ext uri="{FF2B5EF4-FFF2-40B4-BE49-F238E27FC236}">
                <a16:creationId xmlns:a16="http://schemas.microsoft.com/office/drawing/2014/main" id="{DCC24AA0-2D91-E396-52E0-EE9588A2A3F4}"/>
              </a:ext>
            </a:extLst>
          </p:cNvPr>
          <p:cNvSpPr txBox="1">
            <a:spLocks/>
          </p:cNvSpPr>
          <p:nvPr userDrawn="1"/>
        </p:nvSpPr>
        <p:spPr>
          <a:xfrm>
            <a:off x="2085855" y="4635185"/>
            <a:ext cx="4963531" cy="874890"/>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dirty="0">
                <a:solidFill>
                  <a:schemeClr val="tx1"/>
                </a:solidFill>
                <a:latin typeface="Matter SQ" pitchFamily="2" charset="77"/>
                <a:cs typeface="Matter SQ" pitchFamily="2" charset="77"/>
              </a:rPr>
              <a:t>With PolyAI offering immediate support, our experts are available to handle more complex calls. Since we’ve had PolyAI </a:t>
            </a:r>
            <a:r>
              <a:rPr lang="en-US" sz="1400" dirty="0">
                <a:latin typeface="Matter SQ" pitchFamily="2" charset="77"/>
                <a:cs typeface="Matter SQ" pitchFamily="2" charset="77"/>
              </a:rPr>
              <a:t>our customer satisfaction has gone up by 15 points.</a:t>
            </a:r>
            <a:endParaRPr lang="en-US" dirty="0"/>
          </a:p>
        </p:txBody>
      </p:sp>
      <p:sp>
        <p:nvSpPr>
          <p:cNvPr id="13" name="Text Placeholder 11">
            <a:extLst>
              <a:ext uri="{FF2B5EF4-FFF2-40B4-BE49-F238E27FC236}">
                <a16:creationId xmlns:a16="http://schemas.microsoft.com/office/drawing/2014/main" id="{8C828787-2E6C-7967-7D3B-B68F1B1076EE}"/>
              </a:ext>
            </a:extLst>
          </p:cNvPr>
          <p:cNvSpPr txBox="1">
            <a:spLocks/>
          </p:cNvSpPr>
          <p:nvPr userDrawn="1"/>
        </p:nvSpPr>
        <p:spPr>
          <a:xfrm>
            <a:off x="2085855" y="5878887"/>
            <a:ext cx="3568985" cy="25203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900">
                <a:solidFill>
                  <a:schemeClr val="tx1"/>
                </a:solidFill>
                <a:latin typeface="Basis Grotesque Mono Pro Medium" panose="020B0509050301040203" pitchFamily="49" charset="0"/>
                <a:cs typeface="Matter SQ" pitchFamily="2" charset="77"/>
              </a:rPr>
              <a:t>Director of Customer Service </a:t>
            </a:r>
          </a:p>
          <a:p>
            <a:pPr marL="0" indent="0" hangingPunct="1">
              <a:spcBef>
                <a:spcPts val="200"/>
              </a:spcBef>
              <a:buNone/>
            </a:pPr>
            <a:r>
              <a:rPr lang="en-US" sz="900" err="1">
                <a:solidFill>
                  <a:schemeClr val="tx1"/>
                </a:solidFill>
                <a:latin typeface="Basis Grotesque Mono Pro Medium" panose="020B0509050301040203" pitchFamily="49" charset="0"/>
                <a:cs typeface="Matter SQ" pitchFamily="2" charset="77"/>
              </a:rPr>
              <a:t>Simplyhealth</a:t>
            </a:r>
            <a:endParaRPr lang="en-US" sz="800" b="1">
              <a:solidFill>
                <a:schemeClr val="tx1"/>
              </a:solidFill>
              <a:latin typeface="Basis Grotesque Mono Pro Medium" panose="020B0509050301040203" pitchFamily="49" charset="0"/>
            </a:endParaRPr>
          </a:p>
        </p:txBody>
      </p:sp>
      <p:sp>
        <p:nvSpPr>
          <p:cNvPr id="14" name="Text Placeholder 11">
            <a:extLst>
              <a:ext uri="{FF2B5EF4-FFF2-40B4-BE49-F238E27FC236}">
                <a16:creationId xmlns:a16="http://schemas.microsoft.com/office/drawing/2014/main" id="{A6A590CB-8E84-4B53-F7AF-11F0EC926F18}"/>
              </a:ext>
            </a:extLst>
          </p:cNvPr>
          <p:cNvSpPr txBox="1">
            <a:spLocks/>
          </p:cNvSpPr>
          <p:nvPr userDrawn="1"/>
        </p:nvSpPr>
        <p:spPr>
          <a:xfrm>
            <a:off x="2085855" y="5585411"/>
            <a:ext cx="1064325" cy="25203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a:solidFill>
                  <a:schemeClr val="bg2"/>
                </a:solidFill>
                <a:latin typeface="Matter SQ" pitchFamily="2" charset="77"/>
                <a:cs typeface="Matter SQ" pitchFamily="2" charset="77"/>
              </a:rPr>
              <a:t>Dan Eddie</a:t>
            </a:r>
            <a:endParaRPr lang="en-US">
              <a:solidFill>
                <a:schemeClr val="bg2"/>
              </a:solidFill>
            </a:endParaRPr>
          </a:p>
        </p:txBody>
      </p:sp>
    </p:spTree>
    <p:extLst>
      <p:ext uri="{BB962C8B-B14F-4D97-AF65-F5344CB8AC3E}">
        <p14:creationId xmlns:p14="http://schemas.microsoft.com/office/powerpoint/2010/main" val="325022390"/>
      </p:ext>
    </p:extLst>
  </p:cSld>
  <p:clrMapOvr>
    <a:masterClrMapping/>
  </p:clrMapOvr>
  <p:transition spd="med"/>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3_Title Slide">
    <p:bg>
      <p:bgPr>
        <a:solidFill>
          <a:schemeClr val="bg1"/>
        </a:solidFill>
        <a:effectLst/>
      </p:bgPr>
    </p:bg>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AAE178D-250F-B098-6B83-F27D6E5C1763}"/>
              </a:ext>
            </a:extLst>
          </p:cNvPr>
          <p:cNvSpPr txBox="1">
            <a:spLocks/>
          </p:cNvSpPr>
          <p:nvPr userDrawn="1"/>
        </p:nvSpPr>
        <p:spPr>
          <a:xfrm>
            <a:off x="2085855" y="791413"/>
            <a:ext cx="6635770" cy="1541654"/>
          </a:xfrm>
          <a:prstGeom prst="rect">
            <a:avLst/>
          </a:prstGeom>
        </p:spPr>
        <p:txBody>
          <a:bodyPr lIns="0" tIns="0" rIns="0" bIns="0"/>
          <a:lstStyle>
            <a:lvl1pPr marL="0" marR="0" indent="0" algn="l" defTabSz="914400" rtl="0" latinLnBrk="0">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latinLnBrk="0">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pPr hangingPunct="1"/>
            <a:r>
              <a:rPr kumimoji="0" lang="en-US" sz="6600" u="none" strike="noStrike" kern="0" cap="none" spc="0" normalizeH="0" baseline="0" noProof="0">
                <a:ln>
                  <a:noFill/>
                </a:ln>
                <a:solidFill>
                  <a:srgbClr val="FFFFFF"/>
                </a:solidFill>
                <a:effectLst/>
                <a:uLnTx/>
                <a:uFillTx/>
                <a:sym typeface="Visuelt Pro Bold"/>
              </a:rPr>
              <a:t>Customer-led voice assistants</a:t>
            </a:r>
            <a:endParaRPr lang="en-US">
              <a:solidFill>
                <a:schemeClr val="tx1"/>
              </a:solidFill>
            </a:endParaRPr>
          </a:p>
        </p:txBody>
      </p:sp>
      <p:pic>
        <p:nvPicPr>
          <p:cNvPr id="6" name="Picture 5" descr="A black and white logo&#10;&#10;Description automatically generated">
            <a:extLst>
              <a:ext uri="{FF2B5EF4-FFF2-40B4-BE49-F238E27FC236}">
                <a16:creationId xmlns:a16="http://schemas.microsoft.com/office/drawing/2014/main" id="{60029FB0-4D57-6B2A-1DD0-BF734165BF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24224" y="915037"/>
            <a:ext cx="1517650" cy="455295"/>
          </a:xfrm>
          <a:prstGeom prst="rect">
            <a:avLst/>
          </a:prstGeom>
        </p:spPr>
      </p:pic>
      <p:pic>
        <p:nvPicPr>
          <p:cNvPr id="8" name="Picture 7" descr="A black and white photo&#10;&#10;Description automatically generated">
            <a:extLst>
              <a:ext uri="{FF2B5EF4-FFF2-40B4-BE49-F238E27FC236}">
                <a16:creationId xmlns:a16="http://schemas.microsoft.com/office/drawing/2014/main" id="{67577F5F-8F82-E09B-E111-871149B252F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378151" cy="6858000"/>
          </a:xfrm>
          <a:prstGeom prst="rect">
            <a:avLst/>
          </a:prstGeom>
        </p:spPr>
      </p:pic>
      <p:pic>
        <p:nvPicPr>
          <p:cNvPr id="2" name="Picture 1">
            <a:extLst>
              <a:ext uri="{FF2B5EF4-FFF2-40B4-BE49-F238E27FC236}">
                <a16:creationId xmlns:a16="http://schemas.microsoft.com/office/drawing/2014/main" id="{096D6981-0F27-1C9A-A078-4082B106249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120888" y="4197845"/>
            <a:ext cx="312290" cy="261452"/>
          </a:xfrm>
          <a:prstGeom prst="rect">
            <a:avLst/>
          </a:prstGeom>
        </p:spPr>
      </p:pic>
      <p:sp>
        <p:nvSpPr>
          <p:cNvPr id="7" name="Text Placeholder 11">
            <a:extLst>
              <a:ext uri="{FF2B5EF4-FFF2-40B4-BE49-F238E27FC236}">
                <a16:creationId xmlns:a16="http://schemas.microsoft.com/office/drawing/2014/main" id="{205D2B0B-70F9-98E2-0A0B-7B9DDC7199EE}"/>
              </a:ext>
            </a:extLst>
          </p:cNvPr>
          <p:cNvSpPr txBox="1">
            <a:spLocks/>
          </p:cNvSpPr>
          <p:nvPr userDrawn="1"/>
        </p:nvSpPr>
        <p:spPr>
          <a:xfrm>
            <a:off x="2085856" y="4635185"/>
            <a:ext cx="4010144" cy="798052"/>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dirty="0">
                <a:solidFill>
                  <a:schemeClr val="tx1"/>
                </a:solidFill>
                <a:latin typeface="Matter SQ" pitchFamily="2" charset="77"/>
                <a:cs typeface="Matter SQ" pitchFamily="2" charset="77"/>
              </a:rPr>
              <a:t>This is the first time we've chosen not to add additional vendor support because we know that PolyAI can manage the capacity of FedEx calls.</a:t>
            </a:r>
            <a:endParaRPr lang="en-US" dirty="0"/>
          </a:p>
        </p:txBody>
      </p:sp>
      <p:sp>
        <p:nvSpPr>
          <p:cNvPr id="9" name="Text Placeholder 11">
            <a:extLst>
              <a:ext uri="{FF2B5EF4-FFF2-40B4-BE49-F238E27FC236}">
                <a16:creationId xmlns:a16="http://schemas.microsoft.com/office/drawing/2014/main" id="{883A20A9-881B-A37B-CC49-578648804AB8}"/>
              </a:ext>
            </a:extLst>
          </p:cNvPr>
          <p:cNvSpPr txBox="1">
            <a:spLocks/>
          </p:cNvSpPr>
          <p:nvPr userDrawn="1"/>
        </p:nvSpPr>
        <p:spPr>
          <a:xfrm>
            <a:off x="2085855" y="5878887"/>
            <a:ext cx="3560033" cy="53680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900">
                <a:solidFill>
                  <a:schemeClr val="tx1"/>
                </a:solidFill>
                <a:latin typeface="Basis Grotesque Mono Pro Medium" panose="020B0509050301040203" pitchFamily="49" charset="0"/>
                <a:cs typeface="Matter SQ" pitchFamily="2" charset="77"/>
              </a:rPr>
              <a:t>Managing Director, Customer Experience UK &amp; Ireland</a:t>
            </a:r>
          </a:p>
          <a:p>
            <a:pPr marL="0" indent="0" hangingPunct="1">
              <a:spcBef>
                <a:spcPts val="200"/>
              </a:spcBef>
              <a:buNone/>
            </a:pPr>
            <a:r>
              <a:rPr lang="en-US" sz="900">
                <a:solidFill>
                  <a:schemeClr val="tx1"/>
                </a:solidFill>
                <a:latin typeface="Basis Grotesque Mono Pro Medium" panose="020B0509050301040203" pitchFamily="49" charset="0"/>
                <a:cs typeface="Matter SQ" pitchFamily="2" charset="77"/>
              </a:rPr>
              <a:t>FedEx</a:t>
            </a:r>
            <a:endParaRPr lang="en-US" sz="800" b="1">
              <a:solidFill>
                <a:schemeClr val="tx1"/>
              </a:solidFill>
              <a:latin typeface="Basis Grotesque Mono Pro Medium" panose="020B0509050301040203" pitchFamily="49" charset="0"/>
            </a:endParaRPr>
          </a:p>
        </p:txBody>
      </p:sp>
      <p:sp>
        <p:nvSpPr>
          <p:cNvPr id="10" name="Text Placeholder 11">
            <a:extLst>
              <a:ext uri="{FF2B5EF4-FFF2-40B4-BE49-F238E27FC236}">
                <a16:creationId xmlns:a16="http://schemas.microsoft.com/office/drawing/2014/main" id="{4F15C323-4F48-C77C-9D36-C31C2085E4B0}"/>
              </a:ext>
            </a:extLst>
          </p:cNvPr>
          <p:cNvSpPr txBox="1">
            <a:spLocks/>
          </p:cNvSpPr>
          <p:nvPr userDrawn="1"/>
        </p:nvSpPr>
        <p:spPr>
          <a:xfrm>
            <a:off x="2085855" y="5585411"/>
            <a:ext cx="1064325" cy="252038"/>
          </a:xfrm>
          <a:prstGeom prst="rect">
            <a:avLst/>
          </a:prstGeom>
        </p:spPr>
        <p:txBody>
          <a:bodyPr lIns="0" rIns="0"/>
          <a:lstStyle>
            <a:lvl1pPr marL="97971" marR="0" indent="-97971"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latinLnBrk="0">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latinLnBrk="0">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pPr marL="0" indent="0" hangingPunct="1">
              <a:buNone/>
            </a:pPr>
            <a:r>
              <a:rPr lang="en-US" sz="1400">
                <a:solidFill>
                  <a:schemeClr val="bg2"/>
                </a:solidFill>
                <a:latin typeface="Matter SQ" pitchFamily="2" charset="77"/>
                <a:cs typeface="Matter SQ" pitchFamily="2" charset="77"/>
              </a:rPr>
              <a:t>Paul </a:t>
            </a:r>
            <a:r>
              <a:rPr lang="en-US" sz="1400" err="1">
                <a:solidFill>
                  <a:schemeClr val="bg2"/>
                </a:solidFill>
                <a:latin typeface="Matter SQ" pitchFamily="2" charset="77"/>
                <a:cs typeface="Matter SQ" pitchFamily="2" charset="77"/>
              </a:rPr>
              <a:t>Pugal</a:t>
            </a:r>
            <a:endParaRPr lang="en-US">
              <a:solidFill>
                <a:schemeClr val="bg2"/>
              </a:solidFill>
            </a:endParaRPr>
          </a:p>
        </p:txBody>
      </p:sp>
    </p:spTree>
    <p:extLst>
      <p:ext uri="{BB962C8B-B14F-4D97-AF65-F5344CB8AC3E}">
        <p14:creationId xmlns:p14="http://schemas.microsoft.com/office/powerpoint/2010/main" val="3157870316"/>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tx" preserve="1">
  <p:cSld name="New Section">
    <p:bg>
      <p:bgPr>
        <a:solidFill>
          <a:schemeClr val="bg2"/>
        </a:solidFill>
        <a:effectLst/>
      </p:bgPr>
    </p:bg>
    <p:spTree>
      <p:nvGrpSpPr>
        <p:cNvPr id="1" name=""/>
        <p:cNvGrpSpPr/>
        <p:nvPr/>
      </p:nvGrpSpPr>
      <p:grpSpPr>
        <a:xfrm>
          <a:off x="0" y="0"/>
          <a:ext cx="0" cy="0"/>
          <a:chOff x="0" y="0"/>
          <a:chExt cx="0" cy="0"/>
        </a:xfrm>
      </p:grpSpPr>
      <p:sp>
        <p:nvSpPr>
          <p:cNvPr id="45" name="New Section Title"/>
          <p:cNvSpPr txBox="1">
            <a:spLocks noGrp="1"/>
          </p:cNvSpPr>
          <p:nvPr>
            <p:ph type="title" hasCustomPrompt="1"/>
          </p:nvPr>
        </p:nvSpPr>
        <p:spPr>
          <a:xfrm>
            <a:off x="925246" y="4691601"/>
            <a:ext cx="7794860" cy="961481"/>
          </a:xfrm>
          <a:prstGeom prst="rect">
            <a:avLst/>
          </a:prstGeom>
        </p:spPr>
        <p:txBody>
          <a:bodyPr>
            <a:noAutofit/>
          </a:bodyPr>
          <a:lstStyle>
            <a:lvl1pPr algn="l">
              <a:lnSpc>
                <a:spcPct val="100000"/>
              </a:lnSpc>
              <a:defRPr sz="5400" b="0" i="0" spc="0">
                <a:latin typeface="Matter SQ" pitchFamily="2" charset="77"/>
                <a:ea typeface="Matter SQ" pitchFamily="2" charset="77"/>
                <a:cs typeface="Matter SQ" pitchFamily="2" charset="77"/>
                <a:sym typeface="Visuelt Pro Light"/>
              </a:defRPr>
            </a:lvl1pPr>
          </a:lstStyle>
          <a:p>
            <a:r>
              <a:t>New </a:t>
            </a:r>
            <a:r>
              <a:rPr lang="en-GB"/>
              <a:t>s</a:t>
            </a:r>
            <a:r>
              <a:rPr err="1"/>
              <a:t>ection</a:t>
            </a:r>
            <a:r>
              <a:t> </a:t>
            </a:r>
            <a:r>
              <a:rPr lang="en-GB"/>
              <a:t>t</a:t>
            </a:r>
            <a:r>
              <a:rPr err="1"/>
              <a:t>itle</a:t>
            </a:r>
            <a:endParaRPr/>
          </a:p>
        </p:txBody>
      </p:sp>
    </p:spTree>
    <p:extLst>
      <p:ext uri="{BB962C8B-B14F-4D97-AF65-F5344CB8AC3E}">
        <p14:creationId xmlns:p14="http://schemas.microsoft.com/office/powerpoint/2010/main" val="174904612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New section 2">
    <p:bg>
      <p:bgPr>
        <a:solidFill>
          <a:schemeClr val="accent1"/>
        </a:solidFill>
        <a:effectLst/>
      </p:bgPr>
    </p:bg>
    <p:spTree>
      <p:nvGrpSpPr>
        <p:cNvPr id="1" name=""/>
        <p:cNvGrpSpPr/>
        <p:nvPr/>
      </p:nvGrpSpPr>
      <p:grpSpPr>
        <a:xfrm>
          <a:off x="0" y="0"/>
          <a:ext cx="0" cy="0"/>
          <a:chOff x="0" y="0"/>
          <a:chExt cx="0" cy="0"/>
        </a:xfrm>
      </p:grpSpPr>
      <p:pic>
        <p:nvPicPr>
          <p:cNvPr id="6" name="Picture 5" descr="A black background with yellow dots&#10;&#10;Description automatically generated">
            <a:extLst>
              <a:ext uri="{FF2B5EF4-FFF2-40B4-BE49-F238E27FC236}">
                <a16:creationId xmlns:a16="http://schemas.microsoft.com/office/drawing/2014/main" id="{8AE195B1-9474-5BCD-3E35-81F9B73A8D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5" name="New Section Title"/>
          <p:cNvSpPr txBox="1">
            <a:spLocks noGrp="1"/>
          </p:cNvSpPr>
          <p:nvPr>
            <p:ph type="title" hasCustomPrompt="1"/>
          </p:nvPr>
        </p:nvSpPr>
        <p:spPr>
          <a:xfrm>
            <a:off x="1455086" y="4990704"/>
            <a:ext cx="3783486" cy="961481"/>
          </a:xfrm>
          <a:prstGeom prst="rect">
            <a:avLst/>
          </a:prstGeom>
        </p:spPr>
        <p:txBody>
          <a:bodyPr>
            <a:noAutofit/>
          </a:bodyPr>
          <a:lstStyle>
            <a:lvl1pPr algn="l">
              <a:lnSpc>
                <a:spcPct val="100000"/>
              </a:lnSpc>
              <a:defRPr sz="4800" b="0" i="0" spc="0">
                <a:solidFill>
                  <a:schemeClr val="tx1"/>
                </a:solidFill>
                <a:latin typeface="Matter SQ" pitchFamily="2" charset="77"/>
                <a:ea typeface="Matter SQ" pitchFamily="2" charset="77"/>
                <a:cs typeface="Matter SQ" pitchFamily="2" charset="77"/>
                <a:sym typeface="Visuelt Pro Light"/>
              </a:defRPr>
            </a:lvl1pPr>
          </a:lstStyle>
          <a:p>
            <a:r>
              <a:t>Section </a:t>
            </a:r>
            <a:r>
              <a:rPr lang="en-GB"/>
              <a:t>t</a:t>
            </a:r>
            <a:r>
              <a:rPr err="1"/>
              <a:t>itle</a:t>
            </a:r>
            <a:endParaRPr/>
          </a:p>
        </p:txBody>
      </p:sp>
      <p:sp>
        <p:nvSpPr>
          <p:cNvPr id="11" name="Text Placeholder 9">
            <a:extLst>
              <a:ext uri="{FF2B5EF4-FFF2-40B4-BE49-F238E27FC236}">
                <a16:creationId xmlns:a16="http://schemas.microsoft.com/office/drawing/2014/main" id="{502D322B-9696-8DFF-8C67-82F1AE53850C}"/>
              </a:ext>
            </a:extLst>
          </p:cNvPr>
          <p:cNvSpPr>
            <a:spLocks noGrp="1"/>
          </p:cNvSpPr>
          <p:nvPr>
            <p:ph type="body" sz="quarter" idx="10" hasCustomPrompt="1"/>
          </p:nvPr>
        </p:nvSpPr>
        <p:spPr>
          <a:xfrm>
            <a:off x="1545164" y="4963809"/>
            <a:ext cx="2220912" cy="117707"/>
          </a:xfrm>
        </p:spPr>
        <p:txBody>
          <a:bodyPr lIns="0" tIns="0" rIns="0" bIns="0"/>
          <a:lstStyle>
            <a:lvl1pPr marL="0" indent="0">
              <a:buNone/>
              <a:defRPr sz="800">
                <a:solidFill>
                  <a:schemeClr val="bg2"/>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Section XX</a:t>
            </a:r>
            <a:endParaRPr lang="en-US"/>
          </a:p>
        </p:txBody>
      </p:sp>
    </p:spTree>
    <p:extLst>
      <p:ext uri="{BB962C8B-B14F-4D97-AF65-F5344CB8AC3E}">
        <p14:creationId xmlns:p14="http://schemas.microsoft.com/office/powerpoint/2010/main" val="2863138569"/>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ext - dark">
    <p:bg>
      <p:bgPr>
        <a:solidFill>
          <a:schemeClr val="bg1"/>
        </a:solidFill>
        <a:effectLst/>
      </p:bgPr>
    </p:bg>
    <p:spTree>
      <p:nvGrpSpPr>
        <p:cNvPr id="1" name=""/>
        <p:cNvGrpSpPr/>
        <p:nvPr/>
      </p:nvGrpSpPr>
      <p:grpSpPr>
        <a:xfrm>
          <a:off x="0" y="0"/>
          <a:ext cx="0" cy="0"/>
          <a:chOff x="0" y="0"/>
          <a:chExt cx="0" cy="0"/>
        </a:xfrm>
      </p:grpSpPr>
      <p:grpSp>
        <p:nvGrpSpPr>
          <p:cNvPr id="2" name="Google Shape;27;p16">
            <a:extLst>
              <a:ext uri="{FF2B5EF4-FFF2-40B4-BE49-F238E27FC236}">
                <a16:creationId xmlns:a16="http://schemas.microsoft.com/office/drawing/2014/main" id="{B78934B0-2097-8D7D-C47E-FA19AC50C90D}"/>
              </a:ext>
            </a:extLst>
          </p:cNvPr>
          <p:cNvGrpSpPr/>
          <p:nvPr userDrawn="1"/>
        </p:nvGrpSpPr>
        <p:grpSpPr>
          <a:xfrm>
            <a:off x="623886" y="203643"/>
            <a:ext cx="10944226" cy="6041293"/>
            <a:chOff x="623886" y="203643"/>
            <a:chExt cx="10944226" cy="6041293"/>
          </a:xfrm>
        </p:grpSpPr>
        <p:cxnSp>
          <p:nvCxnSpPr>
            <p:cNvPr id="3" name="Google Shape;28;p16">
              <a:extLst>
                <a:ext uri="{FF2B5EF4-FFF2-40B4-BE49-F238E27FC236}">
                  <a16:creationId xmlns:a16="http://schemas.microsoft.com/office/drawing/2014/main" id="{7232000E-2C4A-B5AE-F441-ABD7FC59842B}"/>
                </a:ext>
              </a:extLst>
            </p:cNvPr>
            <p:cNvCxnSpPr/>
            <p:nvPr/>
          </p:nvCxnSpPr>
          <p:spPr>
            <a:xfrm>
              <a:off x="623887" y="606136"/>
              <a:ext cx="10944225" cy="0"/>
            </a:xfrm>
            <a:prstGeom prst="straightConnector1">
              <a:avLst/>
            </a:prstGeom>
            <a:noFill/>
            <a:ln w="9525" cap="flat" cmpd="sng">
              <a:solidFill>
                <a:schemeClr val="accent1"/>
              </a:solidFill>
              <a:prstDash val="solid"/>
              <a:miter lim="800000"/>
              <a:headEnd type="none" w="sm" len="sm"/>
              <a:tailEnd type="none" w="sm" len="sm"/>
            </a:ln>
          </p:spPr>
        </p:cxnSp>
        <p:cxnSp>
          <p:nvCxnSpPr>
            <p:cNvPr id="4" name="Google Shape;29;p16">
              <a:extLst>
                <a:ext uri="{FF2B5EF4-FFF2-40B4-BE49-F238E27FC236}">
                  <a16:creationId xmlns:a16="http://schemas.microsoft.com/office/drawing/2014/main" id="{1221CDD9-E479-10AF-ACDE-C43C585EEE20}"/>
                </a:ext>
              </a:extLst>
            </p:cNvPr>
            <p:cNvCxnSpPr/>
            <p:nvPr/>
          </p:nvCxnSpPr>
          <p:spPr>
            <a:xfrm>
              <a:off x="2265117" y="203643"/>
              <a:ext cx="0" cy="402493"/>
            </a:xfrm>
            <a:prstGeom prst="straightConnector1">
              <a:avLst/>
            </a:prstGeom>
            <a:noFill/>
            <a:ln w="9525" cap="flat" cmpd="sng">
              <a:solidFill>
                <a:schemeClr val="accent1"/>
              </a:solidFill>
              <a:prstDash val="solid"/>
              <a:miter lim="800000"/>
              <a:headEnd type="none" w="sm" len="sm"/>
              <a:tailEnd type="none" w="sm" len="sm"/>
            </a:ln>
          </p:spPr>
        </p:cxnSp>
        <p:cxnSp>
          <p:nvCxnSpPr>
            <p:cNvPr id="6" name="Google Shape;30;p16">
              <a:extLst>
                <a:ext uri="{FF2B5EF4-FFF2-40B4-BE49-F238E27FC236}">
                  <a16:creationId xmlns:a16="http://schemas.microsoft.com/office/drawing/2014/main" id="{4E2DA56B-FDB3-6075-43BC-B6636E39EE28}"/>
                </a:ext>
              </a:extLst>
            </p:cNvPr>
            <p:cNvCxnSpPr/>
            <p:nvPr/>
          </p:nvCxnSpPr>
          <p:spPr>
            <a:xfrm>
              <a:off x="623886" y="6244936"/>
              <a:ext cx="10944225" cy="0"/>
            </a:xfrm>
            <a:prstGeom prst="straightConnector1">
              <a:avLst/>
            </a:prstGeom>
            <a:noFill/>
            <a:ln w="9525" cap="flat" cmpd="sng">
              <a:solidFill>
                <a:schemeClr val="accent1"/>
              </a:solidFill>
              <a:prstDash val="solid"/>
              <a:miter lim="800000"/>
              <a:headEnd type="none" w="sm" len="sm"/>
              <a:tailEnd type="none" w="sm" len="sm"/>
            </a:ln>
          </p:spPr>
        </p:cxnSp>
      </p:grpSp>
      <p:pic>
        <p:nvPicPr>
          <p:cNvPr id="7" name="Google Shape;31;p16">
            <a:extLst>
              <a:ext uri="{FF2B5EF4-FFF2-40B4-BE49-F238E27FC236}">
                <a16:creationId xmlns:a16="http://schemas.microsoft.com/office/drawing/2014/main" id="{CC2F275A-E543-C806-AC6E-C2CE1BCC0B24}"/>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
        <p:nvSpPr>
          <p:cNvPr id="9" name="Body Level One…">
            <a:extLst>
              <a:ext uri="{FF2B5EF4-FFF2-40B4-BE49-F238E27FC236}">
                <a16:creationId xmlns:a16="http://schemas.microsoft.com/office/drawing/2014/main" id="{DF731D64-A704-3E45-B6D1-47CF93680310}"/>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tx2"/>
                </a:solidFill>
              </a:defRPr>
            </a:lvl1pPr>
            <a:lvl2pPr marL="228600" indent="0">
              <a:buNone/>
              <a:defRPr sz="1200">
                <a:solidFill>
                  <a:schemeClr val="tx2"/>
                </a:solidFill>
              </a:defRPr>
            </a:lvl2pPr>
            <a:lvl3pPr marL="457200" indent="0">
              <a:buNone/>
              <a:defRPr sz="1200">
                <a:solidFill>
                  <a:schemeClr val="tx2"/>
                </a:solidFill>
              </a:defRPr>
            </a:lvl3pPr>
            <a:lvl4pPr marL="685800" indent="0">
              <a:buNone/>
              <a:defRPr sz="1200">
                <a:solidFill>
                  <a:schemeClr val="tx2"/>
                </a:solidFill>
              </a:defRPr>
            </a:lvl4pPr>
            <a:lvl5pPr marL="914400" indent="0">
              <a:buNone/>
              <a:defRPr sz="120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Tree>
    <p:extLst>
      <p:ext uri="{BB962C8B-B14F-4D97-AF65-F5344CB8AC3E}">
        <p14:creationId xmlns:p14="http://schemas.microsoft.com/office/powerpoint/2010/main" val="131079344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ext - Light">
    <p:bg>
      <p:bgPr>
        <a:solidFill>
          <a:schemeClr val="tx1">
            <a:lumMod val="95000"/>
          </a:schemeClr>
        </a:solidFill>
        <a:effectLst/>
      </p:bgPr>
    </p:bg>
    <p:spTree>
      <p:nvGrpSpPr>
        <p:cNvPr id="1" name=""/>
        <p:cNvGrpSpPr/>
        <p:nvPr/>
      </p:nvGrpSpPr>
      <p:grpSpPr>
        <a:xfrm>
          <a:off x="0" y="0"/>
          <a:ext cx="0" cy="0"/>
          <a:chOff x="0" y="0"/>
          <a:chExt cx="0" cy="0"/>
        </a:xfrm>
      </p:grpSpPr>
      <p:grpSp>
        <p:nvGrpSpPr>
          <p:cNvPr id="2" name="Google Shape;14;p14">
            <a:extLst>
              <a:ext uri="{FF2B5EF4-FFF2-40B4-BE49-F238E27FC236}">
                <a16:creationId xmlns:a16="http://schemas.microsoft.com/office/drawing/2014/main" id="{4A886CA9-D5BE-AE74-1585-DBBC8CB622E7}"/>
              </a:ext>
            </a:extLst>
          </p:cNvPr>
          <p:cNvGrpSpPr/>
          <p:nvPr userDrawn="1"/>
        </p:nvGrpSpPr>
        <p:grpSpPr>
          <a:xfrm>
            <a:off x="623886" y="203643"/>
            <a:ext cx="10944226" cy="6041293"/>
            <a:chOff x="623886" y="203643"/>
            <a:chExt cx="10944226" cy="6041293"/>
          </a:xfrm>
        </p:grpSpPr>
        <p:cxnSp>
          <p:nvCxnSpPr>
            <p:cNvPr id="3" name="Google Shape;15;p14">
              <a:extLst>
                <a:ext uri="{FF2B5EF4-FFF2-40B4-BE49-F238E27FC236}">
                  <a16:creationId xmlns:a16="http://schemas.microsoft.com/office/drawing/2014/main" id="{24934277-1F88-02A6-E1EB-6962F57708C3}"/>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9" name="Google Shape;16;p14">
              <a:extLst>
                <a:ext uri="{FF2B5EF4-FFF2-40B4-BE49-F238E27FC236}">
                  <a16:creationId xmlns:a16="http://schemas.microsoft.com/office/drawing/2014/main" id="{17DC931E-2A6E-F19B-8814-8A3351BEDEB4}"/>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17;p14">
              <a:extLst>
                <a:ext uri="{FF2B5EF4-FFF2-40B4-BE49-F238E27FC236}">
                  <a16:creationId xmlns:a16="http://schemas.microsoft.com/office/drawing/2014/main" id="{CA9ED347-4C31-CE44-06E7-B137143A5305}"/>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pic>
        <p:nvPicPr>
          <p:cNvPr id="12" name="Google Shape;18;p14">
            <a:extLst>
              <a:ext uri="{FF2B5EF4-FFF2-40B4-BE49-F238E27FC236}">
                <a16:creationId xmlns:a16="http://schemas.microsoft.com/office/drawing/2014/main" id="{24849C5B-7D06-3541-7AAF-16BF9FEBB08A}"/>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Tree>
    <p:extLst>
      <p:ext uri="{BB962C8B-B14F-4D97-AF65-F5344CB8AC3E}">
        <p14:creationId xmlns:p14="http://schemas.microsoft.com/office/powerpoint/2010/main" val="2211297679"/>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ext - White">
    <p:bg>
      <p:bgPr>
        <a:solidFill>
          <a:schemeClr val="tx1"/>
        </a:solidFill>
        <a:effectLst/>
      </p:bgPr>
    </p:bg>
    <p:spTree>
      <p:nvGrpSpPr>
        <p:cNvPr id="1" name=""/>
        <p:cNvGrpSpPr/>
        <p:nvPr/>
      </p:nvGrpSpPr>
      <p:grpSpPr>
        <a:xfrm>
          <a:off x="0" y="0"/>
          <a:ext cx="0" cy="0"/>
          <a:chOff x="0" y="0"/>
          <a:chExt cx="0" cy="0"/>
        </a:xfrm>
      </p:grpSpPr>
      <p:grpSp>
        <p:nvGrpSpPr>
          <p:cNvPr id="2" name="Google Shape;14;p14">
            <a:extLst>
              <a:ext uri="{FF2B5EF4-FFF2-40B4-BE49-F238E27FC236}">
                <a16:creationId xmlns:a16="http://schemas.microsoft.com/office/drawing/2014/main" id="{4A886CA9-D5BE-AE74-1585-DBBC8CB622E7}"/>
              </a:ext>
            </a:extLst>
          </p:cNvPr>
          <p:cNvGrpSpPr/>
          <p:nvPr userDrawn="1"/>
        </p:nvGrpSpPr>
        <p:grpSpPr>
          <a:xfrm>
            <a:off x="623886" y="203643"/>
            <a:ext cx="10944226" cy="6041293"/>
            <a:chOff x="623886" y="203643"/>
            <a:chExt cx="10944226" cy="6041293"/>
          </a:xfrm>
        </p:grpSpPr>
        <p:cxnSp>
          <p:nvCxnSpPr>
            <p:cNvPr id="3" name="Google Shape;15;p14">
              <a:extLst>
                <a:ext uri="{FF2B5EF4-FFF2-40B4-BE49-F238E27FC236}">
                  <a16:creationId xmlns:a16="http://schemas.microsoft.com/office/drawing/2014/main" id="{24934277-1F88-02A6-E1EB-6962F57708C3}"/>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9" name="Google Shape;16;p14">
              <a:extLst>
                <a:ext uri="{FF2B5EF4-FFF2-40B4-BE49-F238E27FC236}">
                  <a16:creationId xmlns:a16="http://schemas.microsoft.com/office/drawing/2014/main" id="{17DC931E-2A6E-F19B-8814-8A3351BEDEB4}"/>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17;p14">
              <a:extLst>
                <a:ext uri="{FF2B5EF4-FFF2-40B4-BE49-F238E27FC236}">
                  <a16:creationId xmlns:a16="http://schemas.microsoft.com/office/drawing/2014/main" id="{CA9ED347-4C31-CE44-06E7-B137143A5305}"/>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pic>
        <p:nvPicPr>
          <p:cNvPr id="12" name="Google Shape;18;p14">
            <a:extLst>
              <a:ext uri="{FF2B5EF4-FFF2-40B4-BE49-F238E27FC236}">
                <a16:creationId xmlns:a16="http://schemas.microsoft.com/office/drawing/2014/main" id="{24849C5B-7D06-3541-7AAF-16BF9FEBB08A}"/>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Tree>
    <p:extLst>
      <p:ext uri="{BB962C8B-B14F-4D97-AF65-F5344CB8AC3E}">
        <p14:creationId xmlns:p14="http://schemas.microsoft.com/office/powerpoint/2010/main" val="2016382609"/>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3 columns - Dark">
    <p:bg>
      <p:bgPr>
        <a:solidFill>
          <a:schemeClr val="bg1"/>
        </a:solidFill>
        <a:effectLst/>
      </p:bgPr>
    </p:bg>
    <p:spTree>
      <p:nvGrpSpPr>
        <p:cNvPr id="1" name=""/>
        <p:cNvGrpSpPr/>
        <p:nvPr/>
      </p:nvGrpSpPr>
      <p:grpSpPr>
        <a:xfrm>
          <a:off x="0" y="0"/>
          <a:ext cx="0" cy="0"/>
          <a:chOff x="0" y="0"/>
          <a:chExt cx="0" cy="0"/>
        </a:xfrm>
      </p:grpSpPr>
      <p:grpSp>
        <p:nvGrpSpPr>
          <p:cNvPr id="6" name="Google Shape;27;p16">
            <a:extLst>
              <a:ext uri="{FF2B5EF4-FFF2-40B4-BE49-F238E27FC236}">
                <a16:creationId xmlns:a16="http://schemas.microsoft.com/office/drawing/2014/main" id="{1231B46B-3EFC-C871-9823-9A5594903348}"/>
              </a:ext>
            </a:extLst>
          </p:cNvPr>
          <p:cNvGrpSpPr/>
          <p:nvPr userDrawn="1"/>
        </p:nvGrpSpPr>
        <p:grpSpPr>
          <a:xfrm>
            <a:off x="623886" y="203643"/>
            <a:ext cx="10944226" cy="6041293"/>
            <a:chOff x="623886" y="203643"/>
            <a:chExt cx="10944226" cy="6041293"/>
          </a:xfrm>
        </p:grpSpPr>
        <p:cxnSp>
          <p:nvCxnSpPr>
            <p:cNvPr id="7" name="Google Shape;28;p16">
              <a:extLst>
                <a:ext uri="{FF2B5EF4-FFF2-40B4-BE49-F238E27FC236}">
                  <a16:creationId xmlns:a16="http://schemas.microsoft.com/office/drawing/2014/main" id="{3565DF6A-CB36-9411-233E-549A5206EA0B}"/>
                </a:ext>
              </a:extLst>
            </p:cNvPr>
            <p:cNvCxnSpPr/>
            <p:nvPr/>
          </p:nvCxnSpPr>
          <p:spPr>
            <a:xfrm>
              <a:off x="623887" y="606136"/>
              <a:ext cx="10944225" cy="0"/>
            </a:xfrm>
            <a:prstGeom prst="straightConnector1">
              <a:avLst/>
            </a:prstGeom>
            <a:noFill/>
            <a:ln w="9525" cap="flat" cmpd="sng">
              <a:solidFill>
                <a:schemeClr val="accent1"/>
              </a:solidFill>
              <a:prstDash val="solid"/>
              <a:miter lim="800000"/>
              <a:headEnd type="none" w="sm" len="sm"/>
              <a:tailEnd type="none" w="sm" len="sm"/>
            </a:ln>
          </p:spPr>
        </p:cxnSp>
        <p:cxnSp>
          <p:nvCxnSpPr>
            <p:cNvPr id="8" name="Google Shape;29;p16">
              <a:extLst>
                <a:ext uri="{FF2B5EF4-FFF2-40B4-BE49-F238E27FC236}">
                  <a16:creationId xmlns:a16="http://schemas.microsoft.com/office/drawing/2014/main" id="{EAC8A3E3-164B-6E5B-22F6-79559E2B9BEE}"/>
                </a:ext>
              </a:extLst>
            </p:cNvPr>
            <p:cNvCxnSpPr/>
            <p:nvPr/>
          </p:nvCxnSpPr>
          <p:spPr>
            <a:xfrm>
              <a:off x="2265117" y="203643"/>
              <a:ext cx="0" cy="402493"/>
            </a:xfrm>
            <a:prstGeom prst="straightConnector1">
              <a:avLst/>
            </a:prstGeom>
            <a:noFill/>
            <a:ln w="9525" cap="flat" cmpd="sng">
              <a:solidFill>
                <a:schemeClr val="accent1"/>
              </a:solidFill>
              <a:prstDash val="solid"/>
              <a:miter lim="800000"/>
              <a:headEnd type="none" w="sm" len="sm"/>
              <a:tailEnd type="none" w="sm" len="sm"/>
            </a:ln>
          </p:spPr>
        </p:cxnSp>
        <p:cxnSp>
          <p:nvCxnSpPr>
            <p:cNvPr id="9" name="Google Shape;30;p16">
              <a:extLst>
                <a:ext uri="{FF2B5EF4-FFF2-40B4-BE49-F238E27FC236}">
                  <a16:creationId xmlns:a16="http://schemas.microsoft.com/office/drawing/2014/main" id="{15C0197F-B37D-B7DC-FDF0-FAE280738678}"/>
                </a:ext>
              </a:extLst>
            </p:cNvPr>
            <p:cNvCxnSpPr/>
            <p:nvPr/>
          </p:nvCxnSpPr>
          <p:spPr>
            <a:xfrm>
              <a:off x="623886" y="6244936"/>
              <a:ext cx="10944225" cy="0"/>
            </a:xfrm>
            <a:prstGeom prst="straightConnector1">
              <a:avLst/>
            </a:prstGeom>
            <a:noFill/>
            <a:ln w="9525" cap="flat" cmpd="sng">
              <a:solidFill>
                <a:schemeClr val="accent1"/>
              </a:solidFill>
              <a:prstDash val="solid"/>
              <a:miter lim="800000"/>
              <a:headEnd type="none" w="sm" len="sm"/>
              <a:tailEnd type="none" w="sm" len="sm"/>
            </a:ln>
          </p:spPr>
        </p:cxnSp>
      </p:grpSp>
      <p:pic>
        <p:nvPicPr>
          <p:cNvPr id="11" name="Google Shape;31;p16">
            <a:extLst>
              <a:ext uri="{FF2B5EF4-FFF2-40B4-BE49-F238E27FC236}">
                <a16:creationId xmlns:a16="http://schemas.microsoft.com/office/drawing/2014/main" id="{D782E4AF-8262-EA67-85B6-3C2B4E1BDE77}"/>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
        <p:nvSpPr>
          <p:cNvPr id="2" name="Body Level One…">
            <a:extLst>
              <a:ext uri="{FF2B5EF4-FFF2-40B4-BE49-F238E27FC236}">
                <a16:creationId xmlns:a16="http://schemas.microsoft.com/office/drawing/2014/main" id="{B8157C8B-10A7-5F2E-79A2-605B68225C31}"/>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3" name="Body Level One…">
            <a:extLst>
              <a:ext uri="{FF2B5EF4-FFF2-40B4-BE49-F238E27FC236}">
                <a16:creationId xmlns:a16="http://schemas.microsoft.com/office/drawing/2014/main" id="{12F3C27E-B745-3A23-8401-AAB89BEAF896}"/>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Body Level One…">
            <a:extLst>
              <a:ext uri="{FF2B5EF4-FFF2-40B4-BE49-F238E27FC236}">
                <a16:creationId xmlns:a16="http://schemas.microsoft.com/office/drawing/2014/main" id="{FA55B3EE-7140-EB9D-FD70-D81BA7C5843F}"/>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299033544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3 columns - light">
    <p:bg>
      <p:bgPr>
        <a:solidFill>
          <a:schemeClr val="tx1">
            <a:lumMod val="95000"/>
          </a:schemeClr>
        </a:solidFill>
        <a:effectLst/>
      </p:bgPr>
    </p:bg>
    <p:spTree>
      <p:nvGrpSpPr>
        <p:cNvPr id="1" name=""/>
        <p:cNvGrpSpPr/>
        <p:nvPr/>
      </p:nvGrpSpPr>
      <p:grpSpPr>
        <a:xfrm>
          <a:off x="0" y="0"/>
          <a:ext cx="0" cy="0"/>
          <a:chOff x="0" y="0"/>
          <a:chExt cx="0" cy="0"/>
        </a:xfrm>
      </p:grpSpPr>
      <p:grpSp>
        <p:nvGrpSpPr>
          <p:cNvPr id="2" name="Google Shape;14;p14">
            <a:extLst>
              <a:ext uri="{FF2B5EF4-FFF2-40B4-BE49-F238E27FC236}">
                <a16:creationId xmlns:a16="http://schemas.microsoft.com/office/drawing/2014/main" id="{36B42C87-9D81-2336-A7DF-9D5F4B4D9AD3}"/>
              </a:ext>
            </a:extLst>
          </p:cNvPr>
          <p:cNvGrpSpPr/>
          <p:nvPr userDrawn="1"/>
        </p:nvGrpSpPr>
        <p:grpSpPr>
          <a:xfrm>
            <a:off x="623886" y="203643"/>
            <a:ext cx="10944226" cy="6041293"/>
            <a:chOff x="623886" y="203643"/>
            <a:chExt cx="10944226" cy="6041293"/>
          </a:xfrm>
        </p:grpSpPr>
        <p:cxnSp>
          <p:nvCxnSpPr>
            <p:cNvPr id="3" name="Google Shape;15;p14">
              <a:extLst>
                <a:ext uri="{FF2B5EF4-FFF2-40B4-BE49-F238E27FC236}">
                  <a16:creationId xmlns:a16="http://schemas.microsoft.com/office/drawing/2014/main" id="{0D40B487-EBA3-963D-FEAC-388E69321DAE}"/>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9" name="Google Shape;16;p14">
              <a:extLst>
                <a:ext uri="{FF2B5EF4-FFF2-40B4-BE49-F238E27FC236}">
                  <a16:creationId xmlns:a16="http://schemas.microsoft.com/office/drawing/2014/main" id="{D9E67A30-F644-140D-3DA0-434F098606CB}"/>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17;p14">
              <a:extLst>
                <a:ext uri="{FF2B5EF4-FFF2-40B4-BE49-F238E27FC236}">
                  <a16:creationId xmlns:a16="http://schemas.microsoft.com/office/drawing/2014/main" id="{7A7C1917-5867-61FC-CA7B-E29C19317373}"/>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pic>
        <p:nvPicPr>
          <p:cNvPr id="14" name="Google Shape;18;p14">
            <a:extLst>
              <a:ext uri="{FF2B5EF4-FFF2-40B4-BE49-F238E27FC236}">
                <a16:creationId xmlns:a16="http://schemas.microsoft.com/office/drawing/2014/main" id="{A1C151A1-750C-44A6-12CC-C462FE7A89A7}"/>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2" name="Body Level One…">
            <a:extLst>
              <a:ext uri="{FF2B5EF4-FFF2-40B4-BE49-F238E27FC236}">
                <a16:creationId xmlns:a16="http://schemas.microsoft.com/office/drawing/2014/main" id="{C1E701F8-4246-7C0F-B6BE-6BC06608396E}"/>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3" name="Body Level One…">
            <a:extLst>
              <a:ext uri="{FF2B5EF4-FFF2-40B4-BE49-F238E27FC236}">
                <a16:creationId xmlns:a16="http://schemas.microsoft.com/office/drawing/2014/main" id="{B6B3F73D-6151-BD10-C6CF-1641A8BF8ECC}"/>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352253057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3 columns - white">
    <p:bg>
      <p:bgPr>
        <a:solidFill>
          <a:schemeClr val="tx1"/>
        </a:solidFill>
        <a:effectLst/>
      </p:bgPr>
    </p:bg>
    <p:spTree>
      <p:nvGrpSpPr>
        <p:cNvPr id="1" name=""/>
        <p:cNvGrpSpPr/>
        <p:nvPr/>
      </p:nvGrpSpPr>
      <p:grpSpPr>
        <a:xfrm>
          <a:off x="0" y="0"/>
          <a:ext cx="0" cy="0"/>
          <a:chOff x="0" y="0"/>
          <a:chExt cx="0" cy="0"/>
        </a:xfrm>
      </p:grpSpPr>
      <p:grpSp>
        <p:nvGrpSpPr>
          <p:cNvPr id="2" name="Google Shape;14;p14">
            <a:extLst>
              <a:ext uri="{FF2B5EF4-FFF2-40B4-BE49-F238E27FC236}">
                <a16:creationId xmlns:a16="http://schemas.microsoft.com/office/drawing/2014/main" id="{36B42C87-9D81-2336-A7DF-9D5F4B4D9AD3}"/>
              </a:ext>
            </a:extLst>
          </p:cNvPr>
          <p:cNvGrpSpPr/>
          <p:nvPr userDrawn="1"/>
        </p:nvGrpSpPr>
        <p:grpSpPr>
          <a:xfrm>
            <a:off x="623886" y="203643"/>
            <a:ext cx="10944226" cy="6041293"/>
            <a:chOff x="623886" y="203643"/>
            <a:chExt cx="10944226" cy="6041293"/>
          </a:xfrm>
        </p:grpSpPr>
        <p:cxnSp>
          <p:nvCxnSpPr>
            <p:cNvPr id="3" name="Google Shape;15;p14">
              <a:extLst>
                <a:ext uri="{FF2B5EF4-FFF2-40B4-BE49-F238E27FC236}">
                  <a16:creationId xmlns:a16="http://schemas.microsoft.com/office/drawing/2014/main" id="{0D40B487-EBA3-963D-FEAC-388E69321DAE}"/>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9" name="Google Shape;16;p14">
              <a:extLst>
                <a:ext uri="{FF2B5EF4-FFF2-40B4-BE49-F238E27FC236}">
                  <a16:creationId xmlns:a16="http://schemas.microsoft.com/office/drawing/2014/main" id="{D9E67A30-F644-140D-3DA0-434F098606CB}"/>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17;p14">
              <a:extLst>
                <a:ext uri="{FF2B5EF4-FFF2-40B4-BE49-F238E27FC236}">
                  <a16:creationId xmlns:a16="http://schemas.microsoft.com/office/drawing/2014/main" id="{7A7C1917-5867-61FC-CA7B-E29C19317373}"/>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pic>
        <p:nvPicPr>
          <p:cNvPr id="14" name="Google Shape;18;p14">
            <a:extLst>
              <a:ext uri="{FF2B5EF4-FFF2-40B4-BE49-F238E27FC236}">
                <a16:creationId xmlns:a16="http://schemas.microsoft.com/office/drawing/2014/main" id="{A1C151A1-750C-44A6-12CC-C462FE7A89A7}"/>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2" name="Body Level One…">
            <a:extLst>
              <a:ext uri="{FF2B5EF4-FFF2-40B4-BE49-F238E27FC236}">
                <a16:creationId xmlns:a16="http://schemas.microsoft.com/office/drawing/2014/main" id="{C1E701F8-4246-7C0F-B6BE-6BC06608396E}"/>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3" name="Body Level One…">
            <a:extLst>
              <a:ext uri="{FF2B5EF4-FFF2-40B4-BE49-F238E27FC236}">
                <a16:creationId xmlns:a16="http://schemas.microsoft.com/office/drawing/2014/main" id="{B6B3F73D-6151-BD10-C6CF-1641A8BF8ECC}"/>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96564440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ext with screenshot image">
    <p:bg>
      <p:bgPr>
        <a:solidFill>
          <a:schemeClr val="tx1"/>
        </a:solidFill>
        <a:effectLst/>
      </p:bgPr>
    </p:bg>
    <p:spTree>
      <p:nvGrpSpPr>
        <p:cNvPr id="1" name=""/>
        <p:cNvGrpSpPr/>
        <p:nvPr/>
      </p:nvGrpSpPr>
      <p:grpSpPr>
        <a:xfrm>
          <a:off x="0" y="0"/>
          <a:ext cx="0" cy="0"/>
          <a:chOff x="0" y="0"/>
          <a:chExt cx="0" cy="0"/>
        </a:xfrm>
      </p:grpSpPr>
      <p:grpSp>
        <p:nvGrpSpPr>
          <p:cNvPr id="2" name="Google Shape;185;p29">
            <a:extLst>
              <a:ext uri="{FF2B5EF4-FFF2-40B4-BE49-F238E27FC236}">
                <a16:creationId xmlns:a16="http://schemas.microsoft.com/office/drawing/2014/main" id="{78A25D06-3FB4-2092-0E35-4498C499349F}"/>
              </a:ext>
            </a:extLst>
          </p:cNvPr>
          <p:cNvGrpSpPr/>
          <p:nvPr userDrawn="1"/>
        </p:nvGrpSpPr>
        <p:grpSpPr>
          <a:xfrm>
            <a:off x="623886" y="203643"/>
            <a:ext cx="10944226" cy="6041293"/>
            <a:chOff x="623886" y="203643"/>
            <a:chExt cx="10944226" cy="6041293"/>
          </a:xfrm>
        </p:grpSpPr>
        <p:cxnSp>
          <p:nvCxnSpPr>
            <p:cNvPr id="3" name="Google Shape;186;p29">
              <a:extLst>
                <a:ext uri="{FF2B5EF4-FFF2-40B4-BE49-F238E27FC236}">
                  <a16:creationId xmlns:a16="http://schemas.microsoft.com/office/drawing/2014/main" id="{DDECA2C7-6F08-229A-EAC5-4CC3FF146925}"/>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12" name="Google Shape;187;p29">
              <a:extLst>
                <a:ext uri="{FF2B5EF4-FFF2-40B4-BE49-F238E27FC236}">
                  <a16:creationId xmlns:a16="http://schemas.microsoft.com/office/drawing/2014/main" id="{8046CF62-9147-BEA6-3A27-9574E79D678B}"/>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4" name="Google Shape;188;p29">
              <a:extLst>
                <a:ext uri="{FF2B5EF4-FFF2-40B4-BE49-F238E27FC236}">
                  <a16:creationId xmlns:a16="http://schemas.microsoft.com/office/drawing/2014/main" id="{6564DD23-6EC1-818D-6B4F-55333D2E205C}"/>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pic>
        <p:nvPicPr>
          <p:cNvPr id="15" name="Google Shape;189;p29">
            <a:extLst>
              <a:ext uri="{FF2B5EF4-FFF2-40B4-BE49-F238E27FC236}">
                <a16:creationId xmlns:a16="http://schemas.microsoft.com/office/drawing/2014/main" id="{DBDF5A0D-739A-8C7F-60A6-EA171238B996}"/>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pic>
        <p:nvPicPr>
          <p:cNvPr id="13" name="Picture 12" descr="A black and white photo of a black and white photo of a black and white photo of a black and white photo of a black and white photo of a black and white photo of a black and&#10;&#10;Description automatically generated">
            <a:extLst>
              <a:ext uri="{FF2B5EF4-FFF2-40B4-BE49-F238E27FC236}">
                <a16:creationId xmlns:a16="http://schemas.microsoft.com/office/drawing/2014/main" id="{38D1A0AF-C686-A32E-5B8F-EB1C0912BA2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45975" y="-1"/>
            <a:ext cx="4246025" cy="6264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1" name="Rectangle 10">
            <a:extLst>
              <a:ext uri="{FF2B5EF4-FFF2-40B4-BE49-F238E27FC236}">
                <a16:creationId xmlns:a16="http://schemas.microsoft.com/office/drawing/2014/main" id="{B5D989FD-478A-0BBD-E82B-9B294493E89B}"/>
              </a:ext>
            </a:extLst>
          </p:cNvPr>
          <p:cNvSpPr/>
          <p:nvPr userDrawn="1"/>
        </p:nvSpPr>
        <p:spPr>
          <a:xfrm>
            <a:off x="7102715" y="5390147"/>
            <a:ext cx="1732548" cy="1467853"/>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69868" y="1207982"/>
            <a:ext cx="7198243" cy="4182165"/>
          </a:xfrm>
          <a:solidFill>
            <a:schemeClr val="tx1"/>
          </a:solidFill>
          <a:ln w="53975">
            <a:solidFill>
              <a:schemeClr val="bg1"/>
            </a:solidFill>
          </a:ln>
        </p:spPr>
        <p:txBody>
          <a:bodyPr/>
          <a:lstStyle/>
          <a:p>
            <a:r>
              <a:rPr lang="en-GB"/>
              <a:t>Click icon to add picture</a:t>
            </a:r>
            <a:endParaRPr lang="en-US"/>
          </a:p>
        </p:txBody>
      </p:sp>
    </p:spTree>
    <p:extLst>
      <p:ext uri="{BB962C8B-B14F-4D97-AF65-F5344CB8AC3E}">
        <p14:creationId xmlns:p14="http://schemas.microsoft.com/office/powerpoint/2010/main" val="30461367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Image layout 1 ">
    <p:bg>
      <p:bgPr>
        <a:solidFill>
          <a:srgbClr val="FFFFFF"/>
        </a:solidFill>
        <a:effectLst/>
      </p:bgPr>
    </p:bg>
    <p:spTree>
      <p:nvGrpSpPr>
        <p:cNvPr id="1" name=""/>
        <p:cNvGrpSpPr/>
        <p:nvPr/>
      </p:nvGrpSpPr>
      <p:grpSpPr>
        <a:xfrm>
          <a:off x="0" y="0"/>
          <a:ext cx="0" cy="0"/>
          <a:chOff x="0" y="0"/>
          <a:chExt cx="0" cy="0"/>
        </a:xfrm>
      </p:grpSpPr>
      <p:grpSp>
        <p:nvGrpSpPr>
          <p:cNvPr id="2" name="Google Shape;199;p30">
            <a:extLst>
              <a:ext uri="{FF2B5EF4-FFF2-40B4-BE49-F238E27FC236}">
                <a16:creationId xmlns:a16="http://schemas.microsoft.com/office/drawing/2014/main" id="{BD2C72D3-C39D-962C-24C5-3E36526724D7}"/>
              </a:ext>
            </a:extLst>
          </p:cNvPr>
          <p:cNvGrpSpPr/>
          <p:nvPr userDrawn="1"/>
        </p:nvGrpSpPr>
        <p:grpSpPr>
          <a:xfrm>
            <a:off x="623886" y="203643"/>
            <a:ext cx="10944226" cy="6041293"/>
            <a:chOff x="623886" y="203643"/>
            <a:chExt cx="10944226" cy="6041293"/>
          </a:xfrm>
        </p:grpSpPr>
        <p:cxnSp>
          <p:nvCxnSpPr>
            <p:cNvPr id="3" name="Google Shape;200;p30">
              <a:extLst>
                <a:ext uri="{FF2B5EF4-FFF2-40B4-BE49-F238E27FC236}">
                  <a16:creationId xmlns:a16="http://schemas.microsoft.com/office/drawing/2014/main" id="{C93B3549-A8D6-664C-7D21-735E51373F4C}"/>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201;p30">
              <a:extLst>
                <a:ext uri="{FF2B5EF4-FFF2-40B4-BE49-F238E27FC236}">
                  <a16:creationId xmlns:a16="http://schemas.microsoft.com/office/drawing/2014/main" id="{E850ABAB-E161-44A6-45B1-F35E52CBEC2C}"/>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2" name="Google Shape;202;p30">
              <a:extLst>
                <a:ext uri="{FF2B5EF4-FFF2-40B4-BE49-F238E27FC236}">
                  <a16:creationId xmlns:a16="http://schemas.microsoft.com/office/drawing/2014/main" id="{1A8BBF16-17BA-69C1-F78D-FEB3D9F2865E}"/>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44000" y="612100"/>
            <a:ext cx="7848000" cy="6245900"/>
          </a:xfrm>
          <a:solidFill>
            <a:schemeClr val="tx1"/>
          </a:solidFill>
          <a:ln w="53975">
            <a:noFill/>
          </a:ln>
        </p:spPr>
        <p:txBody>
          <a:bodyPr/>
          <a:lstStyle/>
          <a:p>
            <a:r>
              <a:rPr lang="en-GB"/>
              <a:t>Click icon to add picture</a:t>
            </a:r>
            <a:endParaRPr lang="en-US"/>
          </a:p>
        </p:txBody>
      </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pic>
        <p:nvPicPr>
          <p:cNvPr id="13" name="Google Shape;209;p30">
            <a:extLst>
              <a:ext uri="{FF2B5EF4-FFF2-40B4-BE49-F238E27FC236}">
                <a16:creationId xmlns:a16="http://schemas.microsoft.com/office/drawing/2014/main" id="{18979A1B-75ED-D980-4490-8FA821D8F116}"/>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Tree>
    <p:extLst>
      <p:ext uri="{BB962C8B-B14F-4D97-AF65-F5344CB8AC3E}">
        <p14:creationId xmlns:p14="http://schemas.microsoft.com/office/powerpoint/2010/main" val="203193418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Image layout 2">
    <p:bg>
      <p:bgPr>
        <a:solidFill>
          <a:schemeClr val="tx1"/>
        </a:solidFill>
        <a:effectLst/>
      </p:bgPr>
    </p:bg>
    <p:spTree>
      <p:nvGrpSpPr>
        <p:cNvPr id="1" name=""/>
        <p:cNvGrpSpPr/>
        <p:nvPr/>
      </p:nvGrpSpPr>
      <p:grpSpPr>
        <a:xfrm>
          <a:off x="0" y="0"/>
          <a:ext cx="0" cy="0"/>
          <a:chOff x="0" y="0"/>
          <a:chExt cx="0" cy="0"/>
        </a:xfrm>
      </p:grpSpPr>
      <p:grpSp>
        <p:nvGrpSpPr>
          <p:cNvPr id="2" name="Google Shape;211;p31">
            <a:extLst>
              <a:ext uri="{FF2B5EF4-FFF2-40B4-BE49-F238E27FC236}">
                <a16:creationId xmlns:a16="http://schemas.microsoft.com/office/drawing/2014/main" id="{B0300139-C68D-21B9-0848-5C84753AF0A7}"/>
              </a:ext>
            </a:extLst>
          </p:cNvPr>
          <p:cNvGrpSpPr/>
          <p:nvPr userDrawn="1"/>
        </p:nvGrpSpPr>
        <p:grpSpPr>
          <a:xfrm>
            <a:off x="623886" y="203643"/>
            <a:ext cx="10944226" cy="6041293"/>
            <a:chOff x="623886" y="203643"/>
            <a:chExt cx="10944226" cy="6041293"/>
          </a:xfrm>
        </p:grpSpPr>
        <p:cxnSp>
          <p:nvCxnSpPr>
            <p:cNvPr id="3" name="Google Shape;212;p31">
              <a:extLst>
                <a:ext uri="{FF2B5EF4-FFF2-40B4-BE49-F238E27FC236}">
                  <a16:creationId xmlns:a16="http://schemas.microsoft.com/office/drawing/2014/main" id="{21838EC9-8BAB-BC8C-7DF4-23A78CCFC3FD}"/>
                </a:ext>
              </a:extLst>
            </p:cNvPr>
            <p:cNvCxnSpPr/>
            <p:nvPr/>
          </p:nvCxnSpPr>
          <p:spPr>
            <a:xfrm>
              <a:off x="623887" y="606136"/>
              <a:ext cx="10944225" cy="0"/>
            </a:xfrm>
            <a:prstGeom prst="straightConnector1">
              <a:avLst/>
            </a:prstGeom>
            <a:noFill/>
            <a:ln w="9525" cap="flat" cmpd="sng">
              <a:solidFill>
                <a:srgbClr val="B4B4B4"/>
              </a:solidFill>
              <a:prstDash val="solid"/>
              <a:miter lim="800000"/>
              <a:headEnd type="none" w="sm" len="sm"/>
              <a:tailEnd type="none" w="sm" len="sm"/>
            </a:ln>
          </p:spPr>
        </p:cxnSp>
        <p:cxnSp>
          <p:nvCxnSpPr>
            <p:cNvPr id="6" name="Google Shape;213;p31">
              <a:extLst>
                <a:ext uri="{FF2B5EF4-FFF2-40B4-BE49-F238E27FC236}">
                  <a16:creationId xmlns:a16="http://schemas.microsoft.com/office/drawing/2014/main" id="{C51D2C39-8417-EF33-5215-2F25C264AB24}"/>
                </a:ext>
              </a:extLst>
            </p:cNvPr>
            <p:cNvCxnSpPr/>
            <p:nvPr/>
          </p:nvCxnSpPr>
          <p:spPr>
            <a:xfrm>
              <a:off x="2265117" y="203643"/>
              <a:ext cx="0" cy="402493"/>
            </a:xfrm>
            <a:prstGeom prst="straightConnector1">
              <a:avLst/>
            </a:prstGeom>
            <a:noFill/>
            <a:ln w="9525" cap="flat" cmpd="sng">
              <a:solidFill>
                <a:srgbClr val="B4B4B4"/>
              </a:solidFill>
              <a:prstDash val="solid"/>
              <a:miter lim="800000"/>
              <a:headEnd type="none" w="sm" len="sm"/>
              <a:tailEnd type="none" w="sm" len="sm"/>
            </a:ln>
          </p:spPr>
        </p:cxnSp>
        <p:cxnSp>
          <p:nvCxnSpPr>
            <p:cNvPr id="11" name="Google Shape;214;p31">
              <a:extLst>
                <a:ext uri="{FF2B5EF4-FFF2-40B4-BE49-F238E27FC236}">
                  <a16:creationId xmlns:a16="http://schemas.microsoft.com/office/drawing/2014/main" id="{19B5CBD7-9D7A-3AA7-8FCA-2147EEB56756}"/>
                </a:ext>
              </a:extLst>
            </p:cNvPr>
            <p:cNvCxnSpPr/>
            <p:nvPr/>
          </p:nvCxnSpPr>
          <p:spPr>
            <a:xfrm>
              <a:off x="623886" y="6244936"/>
              <a:ext cx="10944225" cy="0"/>
            </a:xfrm>
            <a:prstGeom prst="straightConnector1">
              <a:avLst/>
            </a:prstGeom>
            <a:noFill/>
            <a:ln w="9525" cap="flat" cmpd="sng">
              <a:solidFill>
                <a:srgbClr val="B4B4B4"/>
              </a:solidFill>
              <a:prstDash val="solid"/>
              <a:miter lim="800000"/>
              <a:headEnd type="none" w="sm" len="sm"/>
              <a:tailEnd type="none" w="sm" len="sm"/>
            </a:ln>
          </p:spPr>
        </p:cxnSp>
      </p:grpSp>
      <p:pic>
        <p:nvPicPr>
          <p:cNvPr id="12" name="Google Shape;215;p31">
            <a:extLst>
              <a:ext uri="{FF2B5EF4-FFF2-40B4-BE49-F238E27FC236}">
                <a16:creationId xmlns:a16="http://schemas.microsoft.com/office/drawing/2014/main" id="{DBF703C4-FA1D-4D14-BD20-56CD9B6E8E74}"/>
              </a:ext>
            </a:extLst>
          </p:cNvPr>
          <p:cNvPicPr preferRelativeResize="0"/>
          <p:nvPr userDrawn="1"/>
        </p:nvPicPr>
        <p:blipFill rotWithShape="1">
          <a:blip r:embed="rId2">
            <a:alphaModFix/>
          </a:blip>
          <a:srcRect/>
          <a:stretch/>
        </p:blipFill>
        <p:spPr>
          <a:xfrm>
            <a:off x="631702" y="6345012"/>
            <a:ext cx="179509" cy="231625"/>
          </a:xfrm>
          <a:prstGeom prst="rect">
            <a:avLst/>
          </a:prstGeom>
          <a:noFill/>
          <a:ln>
            <a:noFill/>
          </a:ln>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0" y="616416"/>
            <a:ext cx="8992998" cy="3114000"/>
          </a:xfrm>
          <a:solidFill>
            <a:schemeClr val="tx1"/>
          </a:solidFill>
          <a:ln w="53975">
            <a:noFill/>
          </a:ln>
        </p:spPr>
        <p:txBody>
          <a:bodyPr/>
          <a:lstStyle/>
          <a:p>
            <a:r>
              <a:rPr lang="en-GB"/>
              <a:t>Click icon to add picture</a:t>
            </a:r>
            <a:endParaRPr lang="en-US"/>
          </a:p>
        </p:txBody>
      </p:sp>
      <p:pic>
        <p:nvPicPr>
          <p:cNvPr id="16" name="Picture 15" descr="A black and white wavy background&#10;&#10;Description automatically generated">
            <a:extLst>
              <a:ext uri="{FF2B5EF4-FFF2-40B4-BE49-F238E27FC236}">
                <a16:creationId xmlns:a16="http://schemas.microsoft.com/office/drawing/2014/main" id="{BD47BA80-733B-1259-C752-018D015C8B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94573" y="616416"/>
            <a:ext cx="2577104" cy="3114000"/>
          </a:xfrm>
          <a:prstGeom prst="rect">
            <a:avLst/>
          </a:prstGeom>
        </p:spPr>
      </p:pic>
      <p:sp>
        <p:nvSpPr>
          <p:cNvPr id="17" name="Body Level One…">
            <a:extLst>
              <a:ext uri="{FF2B5EF4-FFF2-40B4-BE49-F238E27FC236}">
                <a16:creationId xmlns:a16="http://schemas.microsoft.com/office/drawing/2014/main" id="{F77A1705-FA22-C457-903B-9A880BC34715}"/>
              </a:ext>
            </a:extLst>
          </p:cNvPr>
          <p:cNvSpPr txBox="1">
            <a:spLocks noGrp="1"/>
          </p:cNvSpPr>
          <p:nvPr>
            <p:ph type="body" idx="13"/>
          </p:nvPr>
        </p:nvSpPr>
        <p:spPr>
          <a:xfrm>
            <a:off x="430180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8" name="Body Level One…">
            <a:extLst>
              <a:ext uri="{FF2B5EF4-FFF2-40B4-BE49-F238E27FC236}">
                <a16:creationId xmlns:a16="http://schemas.microsoft.com/office/drawing/2014/main" id="{73CF275F-653F-B6D9-714D-44CDADAFDE35}"/>
              </a:ext>
            </a:extLst>
          </p:cNvPr>
          <p:cNvSpPr txBox="1">
            <a:spLocks noGrp="1"/>
          </p:cNvSpPr>
          <p:nvPr>
            <p:ph type="body" idx="14"/>
          </p:nvPr>
        </p:nvSpPr>
        <p:spPr>
          <a:xfrm>
            <a:off x="797972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217295941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Case study - single slide">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1977335"/>
            <a:ext cx="4122056" cy="874890"/>
          </a:xfrm>
          <a:prstGeom prst="rect">
            <a:avLst/>
          </a:prstGeom>
        </p:spPr>
        <p:txBody>
          <a:bodyPr lIns="0" tIns="0" rIns="0" bIns="0"/>
          <a:lstStyle>
            <a:lvl1pPr marL="0" indent="0">
              <a:buNone/>
              <a:defRPr sz="1000">
                <a:solidFill>
                  <a:schemeClr val="accent1"/>
                </a:solidFill>
              </a:defRPr>
            </a:lvl1pPr>
            <a:lvl2pPr marL="228600" indent="0">
              <a:buNone/>
              <a:defRPr sz="1000">
                <a:solidFill>
                  <a:schemeClr val="accent1"/>
                </a:solidFill>
              </a:defRPr>
            </a:lvl2pPr>
            <a:lvl3pPr marL="457200" indent="0">
              <a:buNone/>
              <a:defRPr sz="1000">
                <a:solidFill>
                  <a:schemeClr val="accent1"/>
                </a:solidFill>
              </a:defRPr>
            </a:lvl3pPr>
            <a:lvl4pPr marL="685800" indent="0">
              <a:buNone/>
              <a:defRPr sz="1000">
                <a:solidFill>
                  <a:schemeClr val="accent1"/>
                </a:solidFill>
              </a:defRPr>
            </a:lvl4pPr>
            <a:lvl5pPr marL="914400" indent="0">
              <a:buNone/>
              <a:defRPr sz="10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573926"/>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3" name="Picture Placeholder 12">
            <a:extLst>
              <a:ext uri="{FF2B5EF4-FFF2-40B4-BE49-F238E27FC236}">
                <a16:creationId xmlns:a16="http://schemas.microsoft.com/office/drawing/2014/main" id="{A7C1A2D5-585D-D659-6C5E-701C377585EC}"/>
              </a:ext>
            </a:extLst>
          </p:cNvPr>
          <p:cNvSpPr>
            <a:spLocks noGrp="1"/>
          </p:cNvSpPr>
          <p:nvPr>
            <p:ph type="pic" sz="quarter" idx="13"/>
          </p:nvPr>
        </p:nvSpPr>
        <p:spPr>
          <a:xfrm>
            <a:off x="623473" y="3063554"/>
            <a:ext cx="4114590" cy="3171600"/>
          </a:xfrm>
        </p:spPr>
        <p:txBody>
          <a:bodyPr/>
          <a:lstStyle/>
          <a:p>
            <a:r>
              <a:rPr lang="en-GB"/>
              <a:t>Click icon to add picture</a:t>
            </a:r>
            <a:endParaRPr lang="en-US"/>
          </a:p>
        </p:txBody>
      </p:sp>
    </p:spTree>
    <p:extLst>
      <p:ext uri="{BB962C8B-B14F-4D97-AF65-F5344CB8AC3E}">
        <p14:creationId xmlns:p14="http://schemas.microsoft.com/office/powerpoint/2010/main" val="201341504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ase study - title slide">
    <p:bg>
      <p:bgPr>
        <a:solidFill>
          <a:schemeClr val="tx2"/>
        </a:solidFill>
        <a:effectLst/>
      </p:bgPr>
    </p:bg>
    <p:spTree>
      <p:nvGrpSpPr>
        <p:cNvPr id="1" name=""/>
        <p:cNvGrpSpPr/>
        <p:nvPr/>
      </p:nvGrpSpPr>
      <p:grpSpPr>
        <a:xfrm>
          <a:off x="0" y="0"/>
          <a:ext cx="0" cy="0"/>
          <a:chOff x="0" y="0"/>
          <a:chExt cx="0" cy="0"/>
        </a:xfrm>
      </p:grpSpPr>
      <p:pic>
        <p:nvPicPr>
          <p:cNvPr id="9" name="Picture 8" descr="A white rectangular object with black lines&#10;&#10;Description automatically generated">
            <a:extLst>
              <a:ext uri="{FF2B5EF4-FFF2-40B4-BE49-F238E27FC236}">
                <a16:creationId xmlns:a16="http://schemas.microsoft.com/office/drawing/2014/main" id="{64534286-D5FB-71F6-A32D-1E92AE69EDD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5" name="New Section Title"/>
          <p:cNvSpPr txBox="1">
            <a:spLocks noGrp="1"/>
          </p:cNvSpPr>
          <p:nvPr>
            <p:ph type="title" hasCustomPrompt="1"/>
          </p:nvPr>
        </p:nvSpPr>
        <p:spPr>
          <a:xfrm>
            <a:off x="618494" y="3776358"/>
            <a:ext cx="3967794" cy="635721"/>
          </a:xfrm>
          <a:prstGeom prst="rect">
            <a:avLst/>
          </a:prstGeom>
        </p:spPr>
        <p:txBody>
          <a:bodyPr lIns="0" tIns="0" rIns="0" bIns="0" anchor="t">
            <a:noAutofit/>
          </a:bodyPr>
          <a:lstStyle>
            <a:lvl1pPr algn="l">
              <a:lnSpc>
                <a:spcPct val="100000"/>
              </a:lnSpc>
              <a:defRPr sz="3600" b="0" i="0" spc="0">
                <a:solidFill>
                  <a:schemeClr val="bg1"/>
                </a:solidFill>
                <a:latin typeface="Matter SQ" pitchFamily="2" charset="77"/>
                <a:ea typeface="Matter SQ" pitchFamily="2" charset="77"/>
                <a:cs typeface="Matter SQ" pitchFamily="2" charset="77"/>
                <a:sym typeface="Visuelt Pro Light"/>
              </a:defRPr>
            </a:lvl1pPr>
          </a:lstStyle>
          <a:p>
            <a:r>
              <a:rPr lang="en-GB"/>
              <a:t>Metro Bank</a:t>
            </a:r>
            <a:endParaRPr/>
          </a:p>
        </p:txBody>
      </p:sp>
      <p:sp>
        <p:nvSpPr>
          <p:cNvPr id="6" name="Body Level One…">
            <a:extLst>
              <a:ext uri="{FF2B5EF4-FFF2-40B4-BE49-F238E27FC236}">
                <a16:creationId xmlns:a16="http://schemas.microsoft.com/office/drawing/2014/main" id="{A1275966-07D5-B3DC-B309-40B8353233BE}"/>
              </a:ext>
            </a:extLst>
          </p:cNvPr>
          <p:cNvSpPr txBox="1">
            <a:spLocks noGrp="1"/>
          </p:cNvSpPr>
          <p:nvPr>
            <p:ph type="body" idx="1"/>
          </p:nvPr>
        </p:nvSpPr>
        <p:spPr>
          <a:xfrm>
            <a:off x="618493" y="4553960"/>
            <a:ext cx="3217701" cy="1203904"/>
          </a:xfrm>
          <a:prstGeom prst="rect">
            <a:avLst/>
          </a:prstGeom>
        </p:spPr>
        <p:txBody>
          <a:bodyPr lIns="0" tIns="0" rIns="0" bIns="0"/>
          <a:lstStyle>
            <a:lvl1pPr marL="0" indent="0" algn="l">
              <a:lnSpc>
                <a:spcPct val="114000"/>
              </a:lnSpc>
              <a:buNone/>
              <a:defRPr sz="1200" b="0" i="0">
                <a:solidFill>
                  <a:schemeClr val="accent1"/>
                </a:solidFill>
                <a:latin typeface="Basis Grotesque Mono Pro Medium" panose="020B0509050301040203" pitchFamily="49" charset="0"/>
                <a:cs typeface="Matter SQ" pitchFamily="2" charset="77"/>
              </a:defRPr>
            </a:lvl1pPr>
            <a:lvl2pPr marL="411480" indent="-182880" algn="l">
              <a:lnSpc>
                <a:spcPct val="114000"/>
              </a:lnSpc>
              <a:defRPr sz="1200" b="0" i="0">
                <a:solidFill>
                  <a:schemeClr val="accent1"/>
                </a:solidFill>
                <a:latin typeface="Basis Grotesque Mono Pro Medium" panose="020B0509050301040203" pitchFamily="49" charset="0"/>
                <a:cs typeface="Matter SQ" pitchFamily="2" charset="77"/>
              </a:defRPr>
            </a:lvl2pPr>
            <a:lvl3pPr marL="640080" indent="-182880" algn="l">
              <a:lnSpc>
                <a:spcPct val="114000"/>
              </a:lnSpc>
              <a:defRPr sz="1200" b="0" i="0">
                <a:solidFill>
                  <a:schemeClr val="accent1"/>
                </a:solidFill>
                <a:latin typeface="Basis Grotesque Mono Pro Medium" panose="020B0509050301040203" pitchFamily="49" charset="0"/>
                <a:cs typeface="Matter SQ" pitchFamily="2" charset="77"/>
              </a:defRPr>
            </a:lvl3pPr>
            <a:lvl4pPr marL="868680" indent="-182880" algn="l">
              <a:lnSpc>
                <a:spcPct val="114000"/>
              </a:lnSpc>
              <a:defRPr sz="1200" b="0" i="0">
                <a:solidFill>
                  <a:schemeClr val="accent1"/>
                </a:solidFill>
                <a:latin typeface="Basis Grotesque Mono Pro Medium" panose="020B0509050301040203" pitchFamily="49" charset="0"/>
                <a:cs typeface="Matter SQ" pitchFamily="2" charset="77"/>
              </a:defRPr>
            </a:lvl4pPr>
            <a:lvl5pPr marL="1097280" indent="-182880" algn="l">
              <a:lnSpc>
                <a:spcPct val="114000"/>
              </a:lnSpc>
              <a:defRPr sz="1200" b="0" i="0">
                <a:solidFill>
                  <a:schemeClr val="accent1"/>
                </a:solidFill>
                <a:latin typeface="Basis Grotesque Mono Pro Medium" panose="020B0509050301040203" pitchFamily="49" charset="0"/>
                <a:cs typeface="Matter SQ" pitchFamily="2" charset="77"/>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6" name="Picture Placeholder 2">
            <a:extLst>
              <a:ext uri="{FF2B5EF4-FFF2-40B4-BE49-F238E27FC236}">
                <a16:creationId xmlns:a16="http://schemas.microsoft.com/office/drawing/2014/main" id="{CBD404EC-83B2-16A9-3613-CB658640539D}"/>
              </a:ext>
            </a:extLst>
          </p:cNvPr>
          <p:cNvSpPr>
            <a:spLocks noGrp="1"/>
          </p:cNvSpPr>
          <p:nvPr>
            <p:ph type="pic" sz="quarter" idx="12"/>
          </p:nvPr>
        </p:nvSpPr>
        <p:spPr>
          <a:xfrm>
            <a:off x="5260874" y="602766"/>
            <a:ext cx="6931125" cy="4908237"/>
          </a:xfrm>
        </p:spPr>
        <p:txBody>
          <a:bodyPr/>
          <a:lstStyle/>
          <a:p>
            <a:r>
              <a:rPr lang="en-GB"/>
              <a:t>Click icon to add picture</a:t>
            </a:r>
            <a:endParaRPr lang="en-US"/>
          </a:p>
        </p:txBody>
      </p:sp>
      <p:sp>
        <p:nvSpPr>
          <p:cNvPr id="4" name="Text Placeholder 16">
            <a:extLst>
              <a:ext uri="{FF2B5EF4-FFF2-40B4-BE49-F238E27FC236}">
                <a16:creationId xmlns:a16="http://schemas.microsoft.com/office/drawing/2014/main" id="{B823A6E4-652E-DF37-F339-15944A9394AF}"/>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7" name="Text Placeholder 16">
            <a:extLst>
              <a:ext uri="{FF2B5EF4-FFF2-40B4-BE49-F238E27FC236}">
                <a16:creationId xmlns:a16="http://schemas.microsoft.com/office/drawing/2014/main" id="{1F515B30-21B8-63DE-9204-63C9B0673EBC}"/>
              </a:ext>
            </a:extLst>
          </p:cNvPr>
          <p:cNvSpPr>
            <a:spLocks noGrp="1"/>
          </p:cNvSpPr>
          <p:nvPr>
            <p:ph type="body" sz="quarter" idx="13"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8" name="Slide Number">
            <a:extLst>
              <a:ext uri="{FF2B5EF4-FFF2-40B4-BE49-F238E27FC236}">
                <a16:creationId xmlns:a16="http://schemas.microsoft.com/office/drawing/2014/main" id="{6D51FF65-417B-B25F-9B6D-BD5196FE67CE}"/>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2899666742"/>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ext - Dark ">
    <p:bg>
      <p:bgPr>
        <a:solidFill>
          <a:schemeClr val="bg1"/>
        </a:solidFill>
        <a:effectLst/>
      </p:bgPr>
    </p:bg>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F61A9EB-E1CF-E8FE-E8DB-7D06BEEEAEC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2583257018"/>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1_Text - White">
    <p:bg>
      <p:bgPr>
        <a:solidFill>
          <a:srgbClr val="FFFFFF"/>
        </a:solidFill>
        <a:effectLst/>
      </p:bgPr>
    </p:bg>
    <p:spTree>
      <p:nvGrpSpPr>
        <p:cNvPr id="1" name=""/>
        <p:cNvGrpSpPr/>
        <p:nvPr/>
      </p:nvGrpSpPr>
      <p:grpSpPr>
        <a:xfrm>
          <a:off x="0" y="0"/>
          <a:ext cx="0" cy="0"/>
          <a:chOff x="0" y="0"/>
          <a:chExt cx="0" cy="0"/>
        </a:xfrm>
      </p:grpSpPr>
      <p:pic>
        <p:nvPicPr>
          <p:cNvPr id="3" name="Picture 2" descr="A white rectangular object with black lines&#10;&#10;Description automatically generated">
            <a:extLst>
              <a:ext uri="{FF2B5EF4-FFF2-40B4-BE49-F238E27FC236}">
                <a16:creationId xmlns:a16="http://schemas.microsoft.com/office/drawing/2014/main" id="{943AFBDA-BAF4-84F2-C928-53977B8698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spcBef>
                <a:spcPts val="0"/>
              </a:spcBef>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spcBef>
                <a:spcPts val="0"/>
              </a:spcBef>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114387367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Picture 5" descr="A group of yellow dots on a black background&#10;&#10;Description automatically generated">
            <a:extLst>
              <a:ext uri="{FF2B5EF4-FFF2-40B4-BE49-F238E27FC236}">
                <a16:creationId xmlns:a16="http://schemas.microsoft.com/office/drawing/2014/main" id="{9FAB4BAC-A2BC-ED6A-25B3-A65889A6BE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7" name="This is the Title Slide">
            <a:extLst>
              <a:ext uri="{FF2B5EF4-FFF2-40B4-BE49-F238E27FC236}">
                <a16:creationId xmlns:a16="http://schemas.microsoft.com/office/drawing/2014/main" id="{9C91420F-D457-3846-A09B-F494E2879C56}"/>
              </a:ext>
            </a:extLst>
          </p:cNvPr>
          <p:cNvSpPr txBox="1">
            <a:spLocks noGrp="1"/>
          </p:cNvSpPr>
          <p:nvPr>
            <p:ph type="title" hasCustomPrompt="1"/>
          </p:nvPr>
        </p:nvSpPr>
        <p:spPr>
          <a:xfrm>
            <a:off x="624839" y="726611"/>
            <a:ext cx="5749456" cy="1541654"/>
          </a:xfrm>
          <a:prstGeom prst="rect">
            <a:avLst/>
          </a:prstGeom>
        </p:spPr>
        <p:txBody>
          <a:bodyPr lIns="0" tIns="0" rIns="0" bIns="0" anchor="t">
            <a:noAutofit/>
          </a:bodyPr>
          <a:lstStyle>
            <a:lvl1pPr>
              <a:lnSpc>
                <a:spcPct val="90000"/>
              </a:lnSpc>
              <a:defRPr sz="6600" b="0" i="0">
                <a:solidFill>
                  <a:schemeClr val="tx1"/>
                </a:solidFill>
                <a:latin typeface="Matter SQ" pitchFamily="2" charset="77"/>
                <a:cs typeface="Matter SQ" pitchFamily="2" charset="77"/>
              </a:defRPr>
            </a:lvl1pPr>
          </a:lstStyle>
          <a:p>
            <a:r>
              <a:t>This is the </a:t>
            </a:r>
            <a:r>
              <a:rPr lang="en-GB"/>
              <a:t>t</a:t>
            </a:r>
            <a:r>
              <a:rPr err="1"/>
              <a:t>itle</a:t>
            </a:r>
            <a:r>
              <a:t> </a:t>
            </a:r>
            <a:r>
              <a:rPr lang="en-GB"/>
              <a:t>s</a:t>
            </a:r>
            <a:r>
              <a:rPr err="1"/>
              <a:t>lide</a:t>
            </a:r>
            <a:endParaRPr/>
          </a:p>
        </p:txBody>
      </p:sp>
      <p:sp>
        <p:nvSpPr>
          <p:cNvPr id="18" name="Date or other details">
            <a:extLst>
              <a:ext uri="{FF2B5EF4-FFF2-40B4-BE49-F238E27FC236}">
                <a16:creationId xmlns:a16="http://schemas.microsoft.com/office/drawing/2014/main" id="{67A07254-7DD9-AA40-95BA-F01AF958943A}"/>
              </a:ext>
            </a:extLst>
          </p:cNvPr>
          <p:cNvSpPr txBox="1">
            <a:spLocks noGrp="1"/>
          </p:cNvSpPr>
          <p:nvPr>
            <p:ph type="body" sz="quarter" idx="21" hasCustomPrompt="1"/>
          </p:nvPr>
        </p:nvSpPr>
        <p:spPr>
          <a:xfrm>
            <a:off x="624839" y="2700948"/>
            <a:ext cx="3350813" cy="861899"/>
          </a:xfrm>
          <a:prstGeom prst="rect">
            <a:avLst/>
          </a:prstGeom>
        </p:spPr>
        <p:txBody>
          <a:bodyPr lIns="0" tIns="0" rIns="0" bIns="0" anchor="t"/>
          <a:lstStyle>
            <a:lvl1pPr marL="0" indent="0" algn="l">
              <a:lnSpc>
                <a:spcPct val="130000"/>
              </a:lnSpc>
              <a:spcBef>
                <a:spcPts val="0"/>
              </a:spcBef>
              <a:buSzTx/>
              <a:buFontTx/>
              <a:buNone/>
              <a:defRPr sz="1200" b="0" i="0">
                <a:solidFill>
                  <a:schemeClr val="tx2"/>
                </a:solidFill>
                <a:latin typeface="Basis Grotesque Mono Pro" panose="020B0509050301040203" pitchFamily="49" charset="0"/>
                <a:ea typeface="Basis Grotesque Mono Pro" panose="020B0509050301040203" pitchFamily="49" charset="0"/>
                <a:cs typeface="Poppins Light" pitchFamily="2" charset="77"/>
                <a:sym typeface="Poppins SemiBold"/>
              </a:defRPr>
            </a:lvl1pPr>
          </a:lstStyle>
          <a:p>
            <a:r>
              <a:rPr lang="en-GB"/>
              <a:t>Subtitle</a:t>
            </a:r>
            <a:endParaRPr/>
          </a:p>
        </p:txBody>
      </p:sp>
    </p:spTree>
    <p:extLst>
      <p:ext uri="{BB962C8B-B14F-4D97-AF65-F5344CB8AC3E}">
        <p14:creationId xmlns:p14="http://schemas.microsoft.com/office/powerpoint/2010/main" val="2249508124"/>
      </p:ext>
    </p:extLst>
  </p:cSld>
  <p:clrMapOvr>
    <a:masterClrMapping/>
  </p:clrMapOvr>
  <p:transition spd="med"/>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New section 2">
    <p:bg>
      <p:bgPr>
        <a:solidFill>
          <a:schemeClr val="accent1"/>
        </a:solidFill>
        <a:effectLst/>
      </p:bgPr>
    </p:bg>
    <p:spTree>
      <p:nvGrpSpPr>
        <p:cNvPr id="1" name=""/>
        <p:cNvGrpSpPr/>
        <p:nvPr/>
      </p:nvGrpSpPr>
      <p:grpSpPr>
        <a:xfrm>
          <a:off x="0" y="0"/>
          <a:ext cx="0" cy="0"/>
          <a:chOff x="0" y="0"/>
          <a:chExt cx="0" cy="0"/>
        </a:xfrm>
      </p:grpSpPr>
      <p:pic>
        <p:nvPicPr>
          <p:cNvPr id="6" name="Picture 5" descr="A black background with yellow dots&#10;&#10;Description automatically generated">
            <a:extLst>
              <a:ext uri="{FF2B5EF4-FFF2-40B4-BE49-F238E27FC236}">
                <a16:creationId xmlns:a16="http://schemas.microsoft.com/office/drawing/2014/main" id="{8AE195B1-9474-5BCD-3E35-81F9B73A8D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5" name="New Section Title"/>
          <p:cNvSpPr txBox="1">
            <a:spLocks noGrp="1"/>
          </p:cNvSpPr>
          <p:nvPr>
            <p:ph type="title" hasCustomPrompt="1"/>
          </p:nvPr>
        </p:nvSpPr>
        <p:spPr>
          <a:xfrm>
            <a:off x="1455086" y="4990704"/>
            <a:ext cx="3783486" cy="961481"/>
          </a:xfrm>
          <a:prstGeom prst="rect">
            <a:avLst/>
          </a:prstGeom>
        </p:spPr>
        <p:txBody>
          <a:bodyPr>
            <a:noAutofit/>
          </a:bodyPr>
          <a:lstStyle>
            <a:lvl1pPr algn="l">
              <a:lnSpc>
                <a:spcPct val="100000"/>
              </a:lnSpc>
              <a:defRPr sz="4800" b="0" i="0" spc="0">
                <a:solidFill>
                  <a:schemeClr val="tx1"/>
                </a:solidFill>
                <a:latin typeface="Matter SQ" pitchFamily="2" charset="77"/>
                <a:ea typeface="Matter SQ" pitchFamily="2" charset="77"/>
                <a:cs typeface="Matter SQ" pitchFamily="2" charset="77"/>
                <a:sym typeface="Visuelt Pro Light"/>
              </a:defRPr>
            </a:lvl1pPr>
          </a:lstStyle>
          <a:p>
            <a:r>
              <a:t>Section </a:t>
            </a:r>
            <a:r>
              <a:rPr lang="en-GB"/>
              <a:t>t</a:t>
            </a:r>
            <a:r>
              <a:rPr err="1"/>
              <a:t>itle</a:t>
            </a:r>
            <a:endParaRPr/>
          </a:p>
        </p:txBody>
      </p:sp>
      <p:sp>
        <p:nvSpPr>
          <p:cNvPr id="11" name="Text Placeholder 9">
            <a:extLst>
              <a:ext uri="{FF2B5EF4-FFF2-40B4-BE49-F238E27FC236}">
                <a16:creationId xmlns:a16="http://schemas.microsoft.com/office/drawing/2014/main" id="{502D322B-9696-8DFF-8C67-82F1AE53850C}"/>
              </a:ext>
            </a:extLst>
          </p:cNvPr>
          <p:cNvSpPr>
            <a:spLocks noGrp="1"/>
          </p:cNvSpPr>
          <p:nvPr>
            <p:ph type="body" sz="quarter" idx="10" hasCustomPrompt="1"/>
          </p:nvPr>
        </p:nvSpPr>
        <p:spPr>
          <a:xfrm>
            <a:off x="1545164" y="4963809"/>
            <a:ext cx="2220912" cy="117707"/>
          </a:xfrm>
        </p:spPr>
        <p:txBody>
          <a:bodyPr lIns="0" tIns="0" rIns="0" bIns="0"/>
          <a:lstStyle>
            <a:lvl1pPr marL="0" indent="0">
              <a:buNone/>
              <a:defRPr sz="800">
                <a:solidFill>
                  <a:schemeClr val="bg2"/>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Section XX</a:t>
            </a:r>
            <a:endParaRPr lang="en-US"/>
          </a:p>
        </p:txBody>
      </p:sp>
    </p:spTree>
    <p:extLst>
      <p:ext uri="{BB962C8B-B14F-4D97-AF65-F5344CB8AC3E}">
        <p14:creationId xmlns:p14="http://schemas.microsoft.com/office/powerpoint/2010/main" val="246720278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3 columns - Dark">
    <p:bg>
      <p:bgPr>
        <a:solidFill>
          <a:srgbClr val="212133"/>
        </a:solidFill>
        <a:effectLst/>
      </p:bgPr>
    </p:bg>
    <p:spTree>
      <p:nvGrpSpPr>
        <p:cNvPr id="1" name=""/>
        <p:cNvGrpSpPr/>
        <p:nvPr/>
      </p:nvGrpSpPr>
      <p:grpSpPr>
        <a:xfrm>
          <a:off x="0" y="0"/>
          <a:ext cx="0" cy="0"/>
          <a:chOff x="0" y="0"/>
          <a:chExt cx="0" cy="0"/>
        </a:xfrm>
      </p:grpSpPr>
      <p:pic>
        <p:nvPicPr>
          <p:cNvPr id="5" name="Picture 4" descr="A black rectangular object with a black border&#10;&#10;Description automatically generated">
            <a:extLst>
              <a:ext uri="{FF2B5EF4-FFF2-40B4-BE49-F238E27FC236}">
                <a16:creationId xmlns:a16="http://schemas.microsoft.com/office/drawing/2014/main" id="{44698EE7-FF61-6FE3-52EB-D6F18A77CC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39" y="8572"/>
            <a:ext cx="12176761" cy="6849428"/>
          </a:xfrm>
          <a:prstGeom prst="rect">
            <a:avLst/>
          </a:prstGeom>
        </p:spPr>
      </p:pic>
      <p:sp>
        <p:nvSpPr>
          <p:cNvPr id="10" name="Slide Number">
            <a:extLst>
              <a:ext uri="{FF2B5EF4-FFF2-40B4-BE49-F238E27FC236}">
                <a16:creationId xmlns:a16="http://schemas.microsoft.com/office/drawing/2014/main" id="{0BEC1203-C187-8B44-A29B-14E9EC88A914}"/>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6" name="Title Text">
            <a:extLst>
              <a:ext uri="{FF2B5EF4-FFF2-40B4-BE49-F238E27FC236}">
                <a16:creationId xmlns:a16="http://schemas.microsoft.com/office/drawing/2014/main" id="{0958167D-3496-0F46-9377-B7155ED92A7C}"/>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tx1"/>
                </a:solidFill>
                <a:latin typeface="Matter SQ" pitchFamily="2" charset="77"/>
                <a:cs typeface="Matter SQ" pitchFamily="2" charset="77"/>
              </a:defRPr>
            </a:lvl1pPr>
          </a:lstStyle>
          <a:p>
            <a:r>
              <a:rPr lang="en-GB"/>
              <a:t>Title </a:t>
            </a:r>
            <a:endParaRPr/>
          </a:p>
        </p:txBody>
      </p:sp>
      <p:sp>
        <p:nvSpPr>
          <p:cNvPr id="17" name="Text Placeholder 16">
            <a:extLst>
              <a:ext uri="{FF2B5EF4-FFF2-40B4-BE49-F238E27FC236}">
                <a16:creationId xmlns:a16="http://schemas.microsoft.com/office/drawing/2014/main" id="{9470F32C-16A2-6FF5-701D-3410AAB22D73}"/>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solidFill>
                  <a:schemeClr val="bg2"/>
                </a:solidFill>
              </a:defRPr>
            </a:lvl1pPr>
          </a:lstStyle>
          <a:p>
            <a:pPr lvl="0"/>
            <a:r>
              <a:rPr lang="en-US"/>
              <a:t>Section</a:t>
            </a:r>
          </a:p>
        </p:txBody>
      </p:sp>
      <p:sp>
        <p:nvSpPr>
          <p:cNvPr id="18" name="Text Placeholder 16">
            <a:extLst>
              <a:ext uri="{FF2B5EF4-FFF2-40B4-BE49-F238E27FC236}">
                <a16:creationId xmlns:a16="http://schemas.microsoft.com/office/drawing/2014/main" id="{578CB9E7-E20A-7C13-01F2-8B60BA986DC9}"/>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tx1"/>
                </a:solidFill>
              </a:defRPr>
            </a:lvl1pPr>
          </a:lstStyle>
          <a:p>
            <a:pPr lvl="0"/>
            <a:r>
              <a:rPr lang="en-US"/>
              <a:t>Subsection</a:t>
            </a:r>
          </a:p>
        </p:txBody>
      </p:sp>
      <p:sp>
        <p:nvSpPr>
          <p:cNvPr id="2" name="Body Level One…">
            <a:extLst>
              <a:ext uri="{FF2B5EF4-FFF2-40B4-BE49-F238E27FC236}">
                <a16:creationId xmlns:a16="http://schemas.microsoft.com/office/drawing/2014/main" id="{B8157C8B-10A7-5F2E-79A2-605B68225C31}"/>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3" name="Body Level One…">
            <a:extLst>
              <a:ext uri="{FF2B5EF4-FFF2-40B4-BE49-F238E27FC236}">
                <a16:creationId xmlns:a16="http://schemas.microsoft.com/office/drawing/2014/main" id="{12F3C27E-B745-3A23-8401-AAB89BEAF896}"/>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4" name="Body Level One…">
            <a:extLst>
              <a:ext uri="{FF2B5EF4-FFF2-40B4-BE49-F238E27FC236}">
                <a16:creationId xmlns:a16="http://schemas.microsoft.com/office/drawing/2014/main" id="{FA55B3EE-7140-EB9D-FD70-D81BA7C5843F}"/>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tx1"/>
                </a:solidFill>
              </a:defRPr>
            </a:lvl1pPr>
            <a:lvl2pPr marL="228600" indent="0">
              <a:buNone/>
              <a:defRPr sz="1200">
                <a:solidFill>
                  <a:schemeClr val="tx1"/>
                </a:solidFill>
              </a:defRPr>
            </a:lvl2pPr>
            <a:lvl3pPr marL="457200" indent="0">
              <a:buNone/>
              <a:defRPr sz="1200">
                <a:solidFill>
                  <a:schemeClr val="tx1"/>
                </a:solidFill>
              </a:defRPr>
            </a:lvl3pPr>
            <a:lvl4pPr marL="685800" indent="0">
              <a:buNone/>
              <a:defRPr sz="1200">
                <a:solidFill>
                  <a:schemeClr val="tx1"/>
                </a:solidFill>
              </a:defRPr>
            </a:lvl4pPr>
            <a:lvl5pPr marL="914400" indent="0">
              <a:buNone/>
              <a:defRPr sz="12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2506554651"/>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Text - Light">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1679837052"/>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Text - White">
    <p:bg>
      <p:bgPr>
        <a:solidFill>
          <a:srgbClr val="FFFFFF"/>
        </a:solidFill>
        <a:effectLst/>
      </p:bgPr>
    </p:bg>
    <p:spTree>
      <p:nvGrpSpPr>
        <p:cNvPr id="1" name=""/>
        <p:cNvGrpSpPr/>
        <p:nvPr/>
      </p:nvGrpSpPr>
      <p:grpSpPr>
        <a:xfrm>
          <a:off x="0" y="0"/>
          <a:ext cx="0" cy="0"/>
          <a:chOff x="0" y="0"/>
          <a:chExt cx="0" cy="0"/>
        </a:xfrm>
      </p:grpSpPr>
      <p:pic>
        <p:nvPicPr>
          <p:cNvPr id="3" name="Picture 2" descr="A white rectangular object with black lines&#10;&#10;Description automatically generated">
            <a:extLst>
              <a:ext uri="{FF2B5EF4-FFF2-40B4-BE49-F238E27FC236}">
                <a16:creationId xmlns:a16="http://schemas.microsoft.com/office/drawing/2014/main" id="{943AFBDA-BAF4-84F2-C928-53977B8698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654703"/>
            <a:ext cx="2505425"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76846896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ext with screenshot image">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Picture 12" descr="A black and white photo of a black and white photo of a black and white photo of a black and white photo of a black and white photo of a black and white photo of a black and&#10;&#10;Description automatically generated">
            <a:extLst>
              <a:ext uri="{FF2B5EF4-FFF2-40B4-BE49-F238E27FC236}">
                <a16:creationId xmlns:a16="http://schemas.microsoft.com/office/drawing/2014/main" id="{38D1A0AF-C686-A32E-5B8F-EB1C0912BA2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45975" y="-1"/>
            <a:ext cx="4246025" cy="6264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1" name="Rectangle 10">
            <a:extLst>
              <a:ext uri="{FF2B5EF4-FFF2-40B4-BE49-F238E27FC236}">
                <a16:creationId xmlns:a16="http://schemas.microsoft.com/office/drawing/2014/main" id="{B5D989FD-478A-0BBD-E82B-9B294493E89B}"/>
              </a:ext>
            </a:extLst>
          </p:cNvPr>
          <p:cNvSpPr/>
          <p:nvPr userDrawn="1"/>
        </p:nvSpPr>
        <p:spPr>
          <a:xfrm>
            <a:off x="7102715" y="5390147"/>
            <a:ext cx="1732548" cy="1467853"/>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just" defTabSz="1828800" rtl="0" fontAlgn="auto" latinLnBrk="0" hangingPunct="0">
              <a:lnSpc>
                <a:spcPct val="90000"/>
              </a:lnSpc>
              <a:spcBef>
                <a:spcPts val="1600"/>
              </a:spcBef>
              <a:spcAft>
                <a:spcPts val="0"/>
              </a:spcAft>
              <a:buClrTx/>
              <a:buSzTx/>
              <a:buFontTx/>
              <a:buNone/>
              <a:tabLst/>
            </a:pPr>
            <a:endParaRPr kumimoji="0" lang="en-US" sz="2400" b="0" i="0" u="none" strike="noStrike" cap="none" spc="0" normalizeH="0" baseline="0">
              <a:ln>
                <a:noFill/>
              </a:ln>
              <a:solidFill>
                <a:schemeClr val="accent5"/>
              </a:solidFill>
              <a:effectLst/>
              <a:uFillTx/>
              <a:latin typeface="Poppins Light"/>
              <a:ea typeface="Poppins Light"/>
              <a:cs typeface="Poppins Light"/>
              <a:sym typeface="Poppins Light"/>
            </a:endParaRPr>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69868" y="1207982"/>
            <a:ext cx="7198243" cy="4182165"/>
          </a:xfrm>
          <a:solidFill>
            <a:schemeClr val="tx1"/>
          </a:solidFill>
          <a:ln w="53975">
            <a:solidFill>
              <a:schemeClr val="bg1"/>
            </a:solidFill>
          </a:ln>
        </p:spPr>
        <p:txBody>
          <a:bodyPr/>
          <a:lstStyle/>
          <a:p>
            <a:r>
              <a:rPr lang="en-GB"/>
              <a:t>Click icon to add picture</a:t>
            </a:r>
            <a:endParaRPr lang="en-US"/>
          </a:p>
        </p:txBody>
      </p:sp>
    </p:spTree>
    <p:extLst>
      <p:ext uri="{BB962C8B-B14F-4D97-AF65-F5344CB8AC3E}">
        <p14:creationId xmlns:p14="http://schemas.microsoft.com/office/powerpoint/2010/main" val="229206050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_Image layout 1 ">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4344000" y="612100"/>
            <a:ext cx="7848000" cy="6245900"/>
          </a:xfrm>
          <a:solidFill>
            <a:schemeClr val="tx1"/>
          </a:solidFill>
          <a:ln w="53975">
            <a:noFill/>
          </a:ln>
        </p:spPr>
        <p:txBody>
          <a:bodyPr/>
          <a:lstStyle/>
          <a:p>
            <a:r>
              <a:rPr lang="en-GB"/>
              <a:t>Click icon to add picture</a:t>
            </a:r>
            <a:endParaRPr lang="en-US"/>
          </a:p>
        </p:txBody>
      </p:sp>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3752850"/>
            <a:ext cx="3122090" cy="1776743"/>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3122091"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323965742"/>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Image layout 2">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9" name="Picture Placeholder 8">
            <a:extLst>
              <a:ext uri="{FF2B5EF4-FFF2-40B4-BE49-F238E27FC236}">
                <a16:creationId xmlns:a16="http://schemas.microsoft.com/office/drawing/2014/main" id="{551D58E4-3F0C-F69B-CE99-CEC64AB4F100}"/>
              </a:ext>
            </a:extLst>
          </p:cNvPr>
          <p:cNvSpPr>
            <a:spLocks noGrp="1"/>
          </p:cNvSpPr>
          <p:nvPr>
            <p:ph type="pic" sz="quarter" idx="12"/>
          </p:nvPr>
        </p:nvSpPr>
        <p:spPr>
          <a:xfrm>
            <a:off x="0" y="616416"/>
            <a:ext cx="8992998" cy="3114000"/>
          </a:xfrm>
          <a:solidFill>
            <a:schemeClr val="tx1"/>
          </a:solidFill>
          <a:ln w="53975">
            <a:noFill/>
          </a:ln>
        </p:spPr>
        <p:txBody>
          <a:bodyPr/>
          <a:lstStyle/>
          <a:p>
            <a:r>
              <a:rPr lang="en-GB"/>
              <a:t>Click icon to add picture</a:t>
            </a:r>
            <a:endParaRPr lang="en-US"/>
          </a:p>
        </p:txBody>
      </p:sp>
      <p:pic>
        <p:nvPicPr>
          <p:cNvPr id="16" name="Picture 15" descr="A black and white wavy background&#10;&#10;Description automatically generated">
            <a:extLst>
              <a:ext uri="{FF2B5EF4-FFF2-40B4-BE49-F238E27FC236}">
                <a16:creationId xmlns:a16="http://schemas.microsoft.com/office/drawing/2014/main" id="{BD47BA80-733B-1259-C752-018D015C8B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94573" y="616416"/>
            <a:ext cx="2577104" cy="3114000"/>
          </a:xfrm>
          <a:prstGeom prst="rect">
            <a:avLst/>
          </a:prstGeom>
        </p:spPr>
      </p:pic>
      <p:sp>
        <p:nvSpPr>
          <p:cNvPr id="17" name="Body Level One…">
            <a:extLst>
              <a:ext uri="{FF2B5EF4-FFF2-40B4-BE49-F238E27FC236}">
                <a16:creationId xmlns:a16="http://schemas.microsoft.com/office/drawing/2014/main" id="{F77A1705-FA22-C457-903B-9A880BC34715}"/>
              </a:ext>
            </a:extLst>
          </p:cNvPr>
          <p:cNvSpPr txBox="1">
            <a:spLocks noGrp="1"/>
          </p:cNvSpPr>
          <p:nvPr>
            <p:ph type="body" idx="13"/>
          </p:nvPr>
        </p:nvSpPr>
        <p:spPr>
          <a:xfrm>
            <a:off x="430180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8" name="Body Level One…">
            <a:extLst>
              <a:ext uri="{FF2B5EF4-FFF2-40B4-BE49-F238E27FC236}">
                <a16:creationId xmlns:a16="http://schemas.microsoft.com/office/drawing/2014/main" id="{73CF275F-653F-B6D9-714D-44CDADAFDE35}"/>
              </a:ext>
            </a:extLst>
          </p:cNvPr>
          <p:cNvSpPr txBox="1">
            <a:spLocks noGrp="1"/>
          </p:cNvSpPr>
          <p:nvPr>
            <p:ph type="body" idx="14"/>
          </p:nvPr>
        </p:nvSpPr>
        <p:spPr>
          <a:xfrm>
            <a:off x="7979728" y="4240531"/>
            <a:ext cx="2556192" cy="125603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302078529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ase study - single slide">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1977335"/>
            <a:ext cx="4122056"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573926"/>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3" name="Picture Placeholder 12">
            <a:extLst>
              <a:ext uri="{FF2B5EF4-FFF2-40B4-BE49-F238E27FC236}">
                <a16:creationId xmlns:a16="http://schemas.microsoft.com/office/drawing/2014/main" id="{A7C1A2D5-585D-D659-6C5E-701C377585EC}"/>
              </a:ext>
            </a:extLst>
          </p:cNvPr>
          <p:cNvSpPr>
            <a:spLocks noGrp="1"/>
          </p:cNvSpPr>
          <p:nvPr>
            <p:ph type="pic" sz="quarter" idx="13"/>
          </p:nvPr>
        </p:nvSpPr>
        <p:spPr>
          <a:xfrm>
            <a:off x="623473" y="3864922"/>
            <a:ext cx="4114590" cy="2380304"/>
          </a:xfrm>
        </p:spPr>
        <p:txBody>
          <a:bodyPr/>
          <a:lstStyle/>
          <a:p>
            <a:r>
              <a:rPr lang="en-GB"/>
              <a:t>Click icon to add picture</a:t>
            </a:r>
            <a:endParaRPr lang="en-US"/>
          </a:p>
        </p:txBody>
      </p:sp>
    </p:spTree>
    <p:extLst>
      <p:ext uri="{BB962C8B-B14F-4D97-AF65-F5344CB8AC3E}">
        <p14:creationId xmlns:p14="http://schemas.microsoft.com/office/powerpoint/2010/main" val="3044954991"/>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3 columns - light">
    <p:bg>
      <p:bgPr>
        <a:solidFill>
          <a:srgbClr val="FFFFFF"/>
        </a:solidFill>
        <a:effectLst/>
      </p:bgPr>
    </p:bg>
    <p:spTree>
      <p:nvGrpSpPr>
        <p:cNvPr id="1" name=""/>
        <p:cNvGrpSpPr/>
        <p:nvPr/>
      </p:nvGrpSpPr>
      <p:grpSpPr>
        <a:xfrm>
          <a:off x="0" y="0"/>
          <a:ext cx="0" cy="0"/>
          <a:chOff x="0" y="0"/>
          <a:chExt cx="0" cy="0"/>
        </a:xfrm>
      </p:grpSpPr>
      <p:pic>
        <p:nvPicPr>
          <p:cNvPr id="4" name="Picture 3" descr="A white rectangular object with black lines&#10;&#10;Description automatically generated">
            <a:extLst>
              <a:ext uri="{FF2B5EF4-FFF2-40B4-BE49-F238E27FC236}">
                <a16:creationId xmlns:a16="http://schemas.microsoft.com/office/drawing/2014/main" id="{9C04BF2D-60B0-CF82-E9C0-C92C207AB1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Body Level One…">
            <a:extLst>
              <a:ext uri="{FF2B5EF4-FFF2-40B4-BE49-F238E27FC236}">
                <a16:creationId xmlns:a16="http://schemas.microsoft.com/office/drawing/2014/main" id="{11D5C01E-98B6-7264-3978-4880A9649782}"/>
              </a:ext>
            </a:extLst>
          </p:cNvPr>
          <p:cNvSpPr txBox="1">
            <a:spLocks noGrp="1"/>
          </p:cNvSpPr>
          <p:nvPr>
            <p:ph type="body" idx="1"/>
          </p:nvPr>
        </p:nvSpPr>
        <p:spPr>
          <a:xfrm>
            <a:off x="623888"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6" name="Title Text">
            <a:extLst>
              <a:ext uri="{FF2B5EF4-FFF2-40B4-BE49-F238E27FC236}">
                <a16:creationId xmlns:a16="http://schemas.microsoft.com/office/drawing/2014/main" id="{DDAD156C-2937-BE3D-C5DC-62630321A616}"/>
              </a:ext>
            </a:extLst>
          </p:cNvPr>
          <p:cNvSpPr txBox="1">
            <a:spLocks noGrp="1"/>
          </p:cNvSpPr>
          <p:nvPr>
            <p:ph type="title" hasCustomPrompt="1"/>
          </p:nvPr>
        </p:nvSpPr>
        <p:spPr>
          <a:xfrm>
            <a:off x="623888" y="1207982"/>
            <a:ext cx="4105688" cy="2118314"/>
          </a:xfrm>
          <a:prstGeom prst="rect">
            <a:avLst/>
          </a:prstGeom>
        </p:spPr>
        <p:txBody>
          <a:bodyPr lIns="0" tIns="0" rIns="0" bIns="0" anchor="t">
            <a:noAutofit/>
          </a:bodyPr>
          <a:lstStyle>
            <a:lvl1pPr>
              <a:lnSpc>
                <a:spcPct val="90000"/>
              </a:lnSpc>
              <a:defRPr sz="3600" b="0" i="0" spc="0" baseline="0">
                <a:solidFill>
                  <a:schemeClr val="bg1"/>
                </a:solidFill>
                <a:latin typeface="Matter SQ" pitchFamily="2" charset="77"/>
                <a:cs typeface="Matter SQ" pitchFamily="2" charset="77"/>
              </a:defRPr>
            </a:lvl1pPr>
          </a:lstStyle>
          <a:p>
            <a:r>
              <a:rPr lang="en-GB"/>
              <a:t>Title </a:t>
            </a:r>
            <a:endParaRPr/>
          </a:p>
        </p:txBody>
      </p:sp>
      <p:sp>
        <p:nvSpPr>
          <p:cNvPr id="7" name="Text Placeholder 16">
            <a:extLst>
              <a:ext uri="{FF2B5EF4-FFF2-40B4-BE49-F238E27FC236}">
                <a16:creationId xmlns:a16="http://schemas.microsoft.com/office/drawing/2014/main" id="{1E161A31-060F-782F-3DDF-5803FF3F465A}"/>
              </a:ext>
            </a:extLst>
          </p:cNvPr>
          <p:cNvSpPr>
            <a:spLocks noGrp="1"/>
          </p:cNvSpPr>
          <p:nvPr>
            <p:ph type="body" sz="quarter" idx="10" hasCustomPrompt="1"/>
          </p:nvPr>
        </p:nvSpPr>
        <p:spPr>
          <a:xfrm>
            <a:off x="623888" y="341907"/>
            <a:ext cx="1429199" cy="244689"/>
          </a:xfrm>
        </p:spPr>
        <p:txBody>
          <a:bodyPr lIns="0" tIns="0" rIns="0" bIns="0"/>
          <a:lstStyle>
            <a:lvl1pPr marL="0" indent="0">
              <a:buNone/>
              <a:defRPr sz="800"/>
            </a:lvl1pPr>
          </a:lstStyle>
          <a:p>
            <a:pPr lvl="0"/>
            <a:r>
              <a:rPr lang="en-US"/>
              <a:t>Section</a:t>
            </a:r>
          </a:p>
        </p:txBody>
      </p:sp>
      <p:sp>
        <p:nvSpPr>
          <p:cNvPr id="8" name="Text Placeholder 16">
            <a:extLst>
              <a:ext uri="{FF2B5EF4-FFF2-40B4-BE49-F238E27FC236}">
                <a16:creationId xmlns:a16="http://schemas.microsoft.com/office/drawing/2014/main" id="{548FF072-A3A7-6890-22CC-F8D8CBE9A14A}"/>
              </a:ext>
            </a:extLst>
          </p:cNvPr>
          <p:cNvSpPr>
            <a:spLocks noGrp="1"/>
          </p:cNvSpPr>
          <p:nvPr>
            <p:ph type="body" sz="quarter" idx="11" hasCustomPrompt="1"/>
          </p:nvPr>
        </p:nvSpPr>
        <p:spPr>
          <a:xfrm>
            <a:off x="2480400" y="341907"/>
            <a:ext cx="2876604" cy="244689"/>
          </a:xfrm>
        </p:spPr>
        <p:txBody>
          <a:bodyPr lIns="0" tIns="0" rIns="0" bIns="0"/>
          <a:lstStyle>
            <a:lvl1pPr marL="0" indent="0">
              <a:buNone/>
              <a:defRPr sz="800">
                <a:solidFill>
                  <a:schemeClr val="accent1"/>
                </a:solidFill>
              </a:defRPr>
            </a:lvl1pPr>
          </a:lstStyle>
          <a:p>
            <a:pPr lvl="0"/>
            <a:r>
              <a:rPr lang="en-US"/>
              <a:t>Subsection</a:t>
            </a:r>
          </a:p>
        </p:txBody>
      </p:sp>
      <p:sp>
        <p:nvSpPr>
          <p:cNvPr id="10" name="Slide Number">
            <a:extLst>
              <a:ext uri="{FF2B5EF4-FFF2-40B4-BE49-F238E27FC236}">
                <a16:creationId xmlns:a16="http://schemas.microsoft.com/office/drawing/2014/main" id="{004C54B7-6C17-5820-F330-C50CAAC0041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accent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
        <p:nvSpPr>
          <p:cNvPr id="12" name="Body Level One…">
            <a:extLst>
              <a:ext uri="{FF2B5EF4-FFF2-40B4-BE49-F238E27FC236}">
                <a16:creationId xmlns:a16="http://schemas.microsoft.com/office/drawing/2014/main" id="{C1E701F8-4246-7C0F-B6BE-6BC06608396E}"/>
              </a:ext>
            </a:extLst>
          </p:cNvPr>
          <p:cNvSpPr txBox="1">
            <a:spLocks noGrp="1"/>
          </p:cNvSpPr>
          <p:nvPr>
            <p:ph type="body" idx="12"/>
          </p:nvPr>
        </p:nvSpPr>
        <p:spPr>
          <a:xfrm>
            <a:off x="4327721"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
        <p:nvSpPr>
          <p:cNvPr id="13" name="Body Level One…">
            <a:extLst>
              <a:ext uri="{FF2B5EF4-FFF2-40B4-BE49-F238E27FC236}">
                <a16:creationId xmlns:a16="http://schemas.microsoft.com/office/drawing/2014/main" id="{B6B3F73D-6151-BD10-C6CF-1641A8BF8ECC}"/>
              </a:ext>
            </a:extLst>
          </p:cNvPr>
          <p:cNvSpPr txBox="1">
            <a:spLocks noGrp="1"/>
          </p:cNvSpPr>
          <p:nvPr>
            <p:ph type="body" idx="13"/>
          </p:nvPr>
        </p:nvSpPr>
        <p:spPr>
          <a:xfrm>
            <a:off x="8031554" y="4182092"/>
            <a:ext cx="2550827" cy="874890"/>
          </a:xfrm>
          <a:prstGeom prst="rect">
            <a:avLst/>
          </a:prstGeom>
        </p:spPr>
        <p:txBody>
          <a:bodyPr lIns="0" tIns="0" rIns="0" bIns="0"/>
          <a:lstStyle>
            <a:lvl1pPr marL="0" indent="0">
              <a:buNone/>
              <a:defRPr sz="1200">
                <a:solidFill>
                  <a:schemeClr val="accent1"/>
                </a:solidFill>
              </a:defRPr>
            </a:lvl1pPr>
            <a:lvl2pPr marL="228600" indent="0">
              <a:buNone/>
              <a:defRPr sz="1200">
                <a:solidFill>
                  <a:schemeClr val="accent1"/>
                </a:solidFill>
              </a:defRPr>
            </a:lvl2pPr>
            <a:lvl3pPr marL="457200" indent="0">
              <a:buNone/>
              <a:defRPr sz="1200">
                <a:solidFill>
                  <a:schemeClr val="accent1"/>
                </a:solidFill>
              </a:defRPr>
            </a:lvl3pPr>
            <a:lvl4pPr marL="685800" indent="0">
              <a:buNone/>
              <a:defRPr sz="1200">
                <a:solidFill>
                  <a:schemeClr val="accent1"/>
                </a:solidFill>
              </a:defRPr>
            </a:lvl4pPr>
            <a:lvl5pPr marL="914400" indent="0">
              <a:buNone/>
              <a:defRPr sz="1200">
                <a:solidFill>
                  <a:schemeClr val="accent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a:p>
        </p:txBody>
      </p:sp>
    </p:spTree>
    <p:extLst>
      <p:ext uri="{BB962C8B-B14F-4D97-AF65-F5344CB8AC3E}">
        <p14:creationId xmlns:p14="http://schemas.microsoft.com/office/powerpoint/2010/main" val="3431649612"/>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ext - Dark ">
    <p:bg>
      <p:bgPr>
        <a:solidFill>
          <a:schemeClr val="bg1"/>
        </a:solidFill>
        <a:effectLst/>
      </p:bgPr>
    </p:bg>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0F61A9EB-E1CF-E8FE-E8DB-7D06BEEEAEC7}"/>
              </a:ext>
            </a:extLst>
          </p:cNvPr>
          <p:cNvSpPr txBox="1">
            <a:spLocks noGrp="1"/>
          </p:cNvSpPr>
          <p:nvPr>
            <p:ph type="sldNum" sz="quarter" idx="2"/>
          </p:nvPr>
        </p:nvSpPr>
        <p:spPr>
          <a:xfrm>
            <a:off x="11067976" y="6419930"/>
            <a:ext cx="500137" cy="110800"/>
          </a:xfrm>
          <a:prstGeom prst="rect">
            <a:avLst/>
          </a:prstGeom>
        </p:spPr>
        <p:txBody>
          <a:bodyPr lIns="0" tIns="0" rIns="0" bIns="0"/>
          <a:lstStyle>
            <a:lvl1pPr algn="r">
              <a:defRPr sz="800" b="0" i="0">
                <a:solidFill>
                  <a:schemeClr val="tx1"/>
                </a:solidFill>
                <a:latin typeface="Basis Grotesque Mono Pro Medium" panose="020B0509050301040203" pitchFamily="49" charset="0"/>
                <a:ea typeface="Basis Grotesque Mono Pro Medium" panose="020B0509050301040203" pitchFamily="49" charset="0"/>
                <a:cs typeface="Poppins" pitchFamily="2" charset="77"/>
                <a:sym typeface="Poppins SemiBold"/>
              </a:defRPr>
            </a:lvl1pPr>
          </a:lstStyle>
          <a:p>
            <a:r>
              <a:rPr lang="en-GB">
                <a:cs typeface="Matter SQ Medium" pitchFamily="2" charset="77"/>
              </a:rPr>
              <a:t>Page </a:t>
            </a:r>
            <a:fld id="{86CB4B4D-7CA3-9044-876B-883B54F8677D}" type="slidenum">
              <a:rPr lang="en-GB" smtClean="0">
                <a:cs typeface="Matter SQ Medium" pitchFamily="2" charset="77"/>
              </a:rPr>
              <a:pPr/>
              <a:t>‹#›</a:t>
            </a:fld>
            <a:endParaRPr lang="en-GB">
              <a:cs typeface="Matter SQ Medium" pitchFamily="2" charset="77"/>
            </a:endParaRPr>
          </a:p>
        </p:txBody>
      </p:sp>
    </p:spTree>
    <p:extLst>
      <p:ext uri="{BB962C8B-B14F-4D97-AF65-F5344CB8AC3E}">
        <p14:creationId xmlns:p14="http://schemas.microsoft.com/office/powerpoint/2010/main" val="1766259509"/>
      </p:ext>
    </p:extLst>
  </p:cSld>
  <p:clrMapOvr>
    <a:masterClrMapping/>
  </p:clrMapOvr>
  <p:transition spd="med"/>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matchingName="Image layout 1 " preserve="1">
  <p:cSld name="Image layout 1 ">
    <p:bg>
      <p:bgPr>
        <a:solidFill>
          <a:srgbClr val="FFFFFF"/>
        </a:solidFill>
        <a:effectLst/>
      </p:bgPr>
    </p:bg>
    <p:spTree>
      <p:nvGrpSpPr>
        <p:cNvPr id="1" name="Shape 77"/>
        <p:cNvGrpSpPr/>
        <p:nvPr/>
      </p:nvGrpSpPr>
      <p:grpSpPr>
        <a:xfrm>
          <a:off x="0" y="0"/>
          <a:ext cx="0" cy="0"/>
          <a:chOff x="0" y="0"/>
          <a:chExt cx="0" cy="0"/>
        </a:xfrm>
      </p:grpSpPr>
      <p:pic>
        <p:nvPicPr>
          <p:cNvPr id="78" name="Google Shape;78;p125" descr="A white rectangular object with black lines&#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79" name="Google Shape;79;p125"/>
          <p:cNvSpPr>
            <a:spLocks noGrp="1"/>
          </p:cNvSpPr>
          <p:nvPr>
            <p:ph type="pic" idx="2"/>
          </p:nvPr>
        </p:nvSpPr>
        <p:spPr>
          <a:xfrm>
            <a:off x="4344000" y="612100"/>
            <a:ext cx="7848000" cy="6245900"/>
          </a:xfrm>
          <a:prstGeom prst="rect">
            <a:avLst/>
          </a:prstGeom>
          <a:solidFill>
            <a:schemeClr val="lt1"/>
          </a:solidFill>
          <a:ln>
            <a:noFill/>
          </a:ln>
        </p:spPr>
        <p:txBody>
          <a:bodyPr/>
          <a:lstStyle/>
          <a:p>
            <a:endParaRPr lang="en-US"/>
          </a:p>
        </p:txBody>
      </p:sp>
      <p:sp>
        <p:nvSpPr>
          <p:cNvPr id="80" name="Google Shape;80;p125"/>
          <p:cNvSpPr txBox="1">
            <a:spLocks noGrp="1"/>
          </p:cNvSpPr>
          <p:nvPr>
            <p:ph type="body" idx="1"/>
          </p:nvPr>
        </p:nvSpPr>
        <p:spPr>
          <a:xfrm>
            <a:off x="623888" y="3752850"/>
            <a:ext cx="3122090" cy="1776743"/>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chemeClr val="accent1"/>
              </a:buClr>
              <a:buSzPts val="1200"/>
              <a:buNone/>
              <a:defRPr sz="1200">
                <a:solidFill>
                  <a:schemeClr val="accent1"/>
                </a:solidFill>
              </a:defRPr>
            </a:lvl1pPr>
            <a:lvl2pPr marL="914400" lvl="1" indent="-228600" algn="l">
              <a:lnSpc>
                <a:spcPct val="114000"/>
              </a:lnSpc>
              <a:spcBef>
                <a:spcPts val="800"/>
              </a:spcBef>
              <a:spcAft>
                <a:spcPts val="0"/>
              </a:spcAft>
              <a:buClr>
                <a:schemeClr val="accent1"/>
              </a:buClr>
              <a:buSzPts val="1200"/>
              <a:buNone/>
              <a:defRPr sz="1200">
                <a:solidFill>
                  <a:schemeClr val="accent1"/>
                </a:solidFill>
              </a:defRPr>
            </a:lvl2pPr>
            <a:lvl3pPr marL="1371600" lvl="2" indent="-228600" algn="l">
              <a:lnSpc>
                <a:spcPct val="114000"/>
              </a:lnSpc>
              <a:spcBef>
                <a:spcPts val="800"/>
              </a:spcBef>
              <a:spcAft>
                <a:spcPts val="0"/>
              </a:spcAft>
              <a:buClr>
                <a:schemeClr val="accent1"/>
              </a:buClr>
              <a:buSzPts val="1200"/>
              <a:buNone/>
              <a:defRPr sz="1200">
                <a:solidFill>
                  <a:schemeClr val="accent1"/>
                </a:solidFill>
              </a:defRPr>
            </a:lvl3pPr>
            <a:lvl4pPr marL="1828800" lvl="3" indent="-228600" algn="l">
              <a:lnSpc>
                <a:spcPct val="114000"/>
              </a:lnSpc>
              <a:spcBef>
                <a:spcPts val="800"/>
              </a:spcBef>
              <a:spcAft>
                <a:spcPts val="0"/>
              </a:spcAft>
              <a:buClr>
                <a:schemeClr val="accent1"/>
              </a:buClr>
              <a:buSzPts val="1200"/>
              <a:buNone/>
              <a:defRPr sz="1200">
                <a:solidFill>
                  <a:schemeClr val="accent1"/>
                </a:solidFill>
              </a:defRPr>
            </a:lvl4pPr>
            <a:lvl5pPr marL="2286000" lvl="4" indent="-228600" algn="l">
              <a:lnSpc>
                <a:spcPct val="114000"/>
              </a:lnSpc>
              <a:spcBef>
                <a:spcPts val="800"/>
              </a:spcBef>
              <a:spcAft>
                <a:spcPts val="0"/>
              </a:spcAft>
              <a:buClr>
                <a:schemeClr val="accent1"/>
              </a:buClr>
              <a:buSzPts val="1200"/>
              <a:buNone/>
              <a:defRPr sz="1200">
                <a:solidFill>
                  <a:schemeClr val="accent1"/>
                </a:solidFill>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
        <p:nvSpPr>
          <p:cNvPr id="81" name="Google Shape;81;p125"/>
          <p:cNvSpPr txBox="1">
            <a:spLocks noGrp="1"/>
          </p:cNvSpPr>
          <p:nvPr>
            <p:ph type="title"/>
          </p:nvPr>
        </p:nvSpPr>
        <p:spPr>
          <a:xfrm>
            <a:off x="623888" y="1207982"/>
            <a:ext cx="3122091" cy="211831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3600"/>
              <a:buFont typeface="Arial"/>
              <a:buNone/>
              <a:defRPr sz="3600" b="0" i="0">
                <a:solidFill>
                  <a:schemeClr val="dk1"/>
                </a:solidFill>
                <a:latin typeface="Arial"/>
                <a:ea typeface="Arial"/>
                <a:cs typeface="Arial"/>
                <a:sym typeface="Arial"/>
              </a:defRPr>
            </a:lvl1pPr>
            <a:lvl2pPr lvl="1" algn="l">
              <a:lnSpc>
                <a:spcPct val="100000"/>
              </a:lnSpc>
              <a:spcBef>
                <a:spcPts val="0"/>
              </a:spcBef>
              <a:spcAft>
                <a:spcPts val="0"/>
              </a:spcAft>
              <a:buClr>
                <a:srgbClr val="FDFFF3"/>
              </a:buClr>
              <a:buSzPts val="1800"/>
              <a:buNone/>
              <a:defRPr/>
            </a:lvl2pPr>
            <a:lvl3pPr lvl="2" algn="l">
              <a:lnSpc>
                <a:spcPct val="100000"/>
              </a:lnSpc>
              <a:spcBef>
                <a:spcPts val="0"/>
              </a:spcBef>
              <a:spcAft>
                <a:spcPts val="0"/>
              </a:spcAft>
              <a:buClr>
                <a:srgbClr val="FDFFF3"/>
              </a:buClr>
              <a:buSzPts val="1800"/>
              <a:buNone/>
              <a:defRPr/>
            </a:lvl3pPr>
            <a:lvl4pPr lvl="3" algn="l">
              <a:lnSpc>
                <a:spcPct val="100000"/>
              </a:lnSpc>
              <a:spcBef>
                <a:spcPts val="0"/>
              </a:spcBef>
              <a:spcAft>
                <a:spcPts val="0"/>
              </a:spcAft>
              <a:buClr>
                <a:srgbClr val="FDFFF3"/>
              </a:buClr>
              <a:buSzPts val="1800"/>
              <a:buNone/>
              <a:defRPr/>
            </a:lvl4pPr>
            <a:lvl5pPr lvl="4" algn="l">
              <a:lnSpc>
                <a:spcPct val="100000"/>
              </a:lnSpc>
              <a:spcBef>
                <a:spcPts val="0"/>
              </a:spcBef>
              <a:spcAft>
                <a:spcPts val="0"/>
              </a:spcAft>
              <a:buClr>
                <a:srgbClr val="FDFFF3"/>
              </a:buClr>
              <a:buSzPts val="1800"/>
              <a:buNone/>
              <a:defRPr/>
            </a:lvl5pPr>
            <a:lvl6pPr lvl="5" algn="l">
              <a:lnSpc>
                <a:spcPct val="100000"/>
              </a:lnSpc>
              <a:spcBef>
                <a:spcPts val="0"/>
              </a:spcBef>
              <a:spcAft>
                <a:spcPts val="0"/>
              </a:spcAft>
              <a:buClr>
                <a:srgbClr val="FDFFF3"/>
              </a:buClr>
              <a:buSzPts val="1800"/>
              <a:buNone/>
              <a:defRPr/>
            </a:lvl6pPr>
            <a:lvl7pPr lvl="6" algn="l">
              <a:lnSpc>
                <a:spcPct val="100000"/>
              </a:lnSpc>
              <a:spcBef>
                <a:spcPts val="0"/>
              </a:spcBef>
              <a:spcAft>
                <a:spcPts val="0"/>
              </a:spcAft>
              <a:buClr>
                <a:srgbClr val="FDFFF3"/>
              </a:buClr>
              <a:buSzPts val="1800"/>
              <a:buNone/>
              <a:defRPr/>
            </a:lvl7pPr>
            <a:lvl8pPr lvl="7" algn="l">
              <a:lnSpc>
                <a:spcPct val="100000"/>
              </a:lnSpc>
              <a:spcBef>
                <a:spcPts val="0"/>
              </a:spcBef>
              <a:spcAft>
                <a:spcPts val="0"/>
              </a:spcAft>
              <a:buClr>
                <a:srgbClr val="FDFFF3"/>
              </a:buClr>
              <a:buSzPts val="1800"/>
              <a:buNone/>
              <a:defRPr/>
            </a:lvl8pPr>
            <a:lvl9pPr lvl="8" algn="l">
              <a:lnSpc>
                <a:spcPct val="100000"/>
              </a:lnSpc>
              <a:spcBef>
                <a:spcPts val="0"/>
              </a:spcBef>
              <a:spcAft>
                <a:spcPts val="0"/>
              </a:spcAft>
              <a:buClr>
                <a:srgbClr val="FDFFF3"/>
              </a:buClr>
              <a:buSzPts val="1800"/>
              <a:buNone/>
              <a:defRPr/>
            </a:lvl9pPr>
          </a:lstStyle>
          <a:p>
            <a:r>
              <a:rPr lang="en-GB"/>
              <a:t>Click to edit Master title style</a:t>
            </a:r>
            <a:endParaRPr/>
          </a:p>
        </p:txBody>
      </p:sp>
      <p:sp>
        <p:nvSpPr>
          <p:cNvPr id="82" name="Google Shape;82;p125"/>
          <p:cNvSpPr txBox="1">
            <a:spLocks noGrp="1"/>
          </p:cNvSpPr>
          <p:nvPr>
            <p:ph type="body" idx="3"/>
          </p:nvPr>
        </p:nvSpPr>
        <p:spPr>
          <a:xfrm>
            <a:off x="623888" y="341907"/>
            <a:ext cx="1429199" cy="244689"/>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chemeClr val="dk1"/>
              </a:buClr>
              <a:buSzPts val="800"/>
              <a:buNone/>
              <a:defRPr sz="800"/>
            </a:lvl1pPr>
            <a:lvl2pPr marL="914400" lvl="1" indent="-342900" algn="l">
              <a:lnSpc>
                <a:spcPct val="114000"/>
              </a:lnSpc>
              <a:spcBef>
                <a:spcPts val="800"/>
              </a:spcBef>
              <a:spcAft>
                <a:spcPts val="0"/>
              </a:spcAft>
              <a:buClr>
                <a:schemeClr val="dk1"/>
              </a:buClr>
              <a:buSzPts val="1800"/>
              <a:buChar char="•"/>
              <a:defRPr/>
            </a:lvl2pPr>
            <a:lvl3pPr marL="1371600" lvl="2" indent="-342900" algn="l">
              <a:lnSpc>
                <a:spcPct val="114000"/>
              </a:lnSpc>
              <a:spcBef>
                <a:spcPts val="800"/>
              </a:spcBef>
              <a:spcAft>
                <a:spcPts val="0"/>
              </a:spcAft>
              <a:buClr>
                <a:schemeClr val="dk1"/>
              </a:buClr>
              <a:buSzPts val="1800"/>
              <a:buChar char="•"/>
              <a:defRPr/>
            </a:lvl3pPr>
            <a:lvl4pPr marL="1828800" lvl="3" indent="-342900" algn="l">
              <a:lnSpc>
                <a:spcPct val="114000"/>
              </a:lnSpc>
              <a:spcBef>
                <a:spcPts val="800"/>
              </a:spcBef>
              <a:spcAft>
                <a:spcPts val="0"/>
              </a:spcAft>
              <a:buClr>
                <a:schemeClr val="dk1"/>
              </a:buClr>
              <a:buSzPts val="1800"/>
              <a:buChar char="•"/>
              <a:defRPr/>
            </a:lvl4pPr>
            <a:lvl5pPr marL="2286000" lvl="4" indent="-342900" algn="l">
              <a:lnSpc>
                <a:spcPct val="114000"/>
              </a:lnSpc>
              <a:spcBef>
                <a:spcPts val="800"/>
              </a:spcBef>
              <a:spcAft>
                <a:spcPts val="0"/>
              </a:spcAft>
              <a:buClr>
                <a:schemeClr val="dk1"/>
              </a:buClr>
              <a:buSzPts val="1800"/>
              <a:buChar char="•"/>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
        <p:nvSpPr>
          <p:cNvPr id="83" name="Google Shape;83;p125"/>
          <p:cNvSpPr txBox="1">
            <a:spLocks noGrp="1"/>
          </p:cNvSpPr>
          <p:nvPr>
            <p:ph type="body" idx="4"/>
          </p:nvPr>
        </p:nvSpPr>
        <p:spPr>
          <a:xfrm>
            <a:off x="2480400" y="341907"/>
            <a:ext cx="2876604" cy="244689"/>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chemeClr val="accent1"/>
              </a:buClr>
              <a:buSzPts val="800"/>
              <a:buNone/>
              <a:defRPr sz="800">
                <a:solidFill>
                  <a:schemeClr val="accent1"/>
                </a:solidFill>
              </a:defRPr>
            </a:lvl1pPr>
            <a:lvl2pPr marL="914400" lvl="1" indent="-342900" algn="l">
              <a:lnSpc>
                <a:spcPct val="114000"/>
              </a:lnSpc>
              <a:spcBef>
                <a:spcPts val="800"/>
              </a:spcBef>
              <a:spcAft>
                <a:spcPts val="0"/>
              </a:spcAft>
              <a:buClr>
                <a:schemeClr val="dk1"/>
              </a:buClr>
              <a:buSzPts val="1800"/>
              <a:buChar char="•"/>
              <a:defRPr/>
            </a:lvl2pPr>
            <a:lvl3pPr marL="1371600" lvl="2" indent="-342900" algn="l">
              <a:lnSpc>
                <a:spcPct val="114000"/>
              </a:lnSpc>
              <a:spcBef>
                <a:spcPts val="800"/>
              </a:spcBef>
              <a:spcAft>
                <a:spcPts val="0"/>
              </a:spcAft>
              <a:buClr>
                <a:schemeClr val="dk1"/>
              </a:buClr>
              <a:buSzPts val="1800"/>
              <a:buChar char="•"/>
              <a:defRPr/>
            </a:lvl3pPr>
            <a:lvl4pPr marL="1828800" lvl="3" indent="-342900" algn="l">
              <a:lnSpc>
                <a:spcPct val="114000"/>
              </a:lnSpc>
              <a:spcBef>
                <a:spcPts val="800"/>
              </a:spcBef>
              <a:spcAft>
                <a:spcPts val="0"/>
              </a:spcAft>
              <a:buClr>
                <a:schemeClr val="dk1"/>
              </a:buClr>
              <a:buSzPts val="1800"/>
              <a:buChar char="•"/>
              <a:defRPr/>
            </a:lvl4pPr>
            <a:lvl5pPr marL="2286000" lvl="4" indent="-342900" algn="l">
              <a:lnSpc>
                <a:spcPct val="114000"/>
              </a:lnSpc>
              <a:spcBef>
                <a:spcPts val="800"/>
              </a:spcBef>
              <a:spcAft>
                <a:spcPts val="0"/>
              </a:spcAft>
              <a:buClr>
                <a:schemeClr val="dk1"/>
              </a:buClr>
              <a:buSzPts val="1800"/>
              <a:buChar char="•"/>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
        <p:nvSpPr>
          <p:cNvPr id="84" name="Google Shape;84;p125"/>
          <p:cNvSpPr txBox="1">
            <a:spLocks noGrp="1"/>
          </p:cNvSpPr>
          <p:nvPr>
            <p:ph type="sldNum" idx="12"/>
          </p:nvPr>
        </p:nvSpPr>
        <p:spPr>
          <a:xfrm>
            <a:off x="11067976" y="6419930"/>
            <a:ext cx="500137" cy="110800"/>
          </a:xfrm>
          <a:prstGeom prst="rect">
            <a:avLst/>
          </a:prstGeom>
          <a:noFill/>
          <a:ln>
            <a:noFill/>
          </a:ln>
        </p:spPr>
        <p:txBody>
          <a:bodyPr spcFirstLastPara="1" wrap="square" lIns="0" tIns="0" rIns="0" bIns="0" anchor="ctr" anchorCtr="0">
            <a:spAutoFit/>
          </a:bodyPr>
          <a:lstStyle>
            <a:lvl1pPr marL="0" lvl="0"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1pPr>
            <a:lvl2pPr marL="0" lvl="1"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2pPr>
            <a:lvl3pPr marL="0" lvl="2"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3pPr>
            <a:lvl4pPr marL="0" lvl="3"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4pPr>
            <a:lvl5pPr marL="0" lvl="4"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5pPr>
            <a:lvl6pPr marL="0" lvl="5"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6pPr>
            <a:lvl7pPr marL="0" lvl="6"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7pPr>
            <a:lvl8pPr marL="0" lvl="7"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8pPr>
            <a:lvl9pPr marL="0" lvl="8"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r>
              <a:rPr lang="en-US"/>
              <a:t>Page </a:t>
            </a:r>
            <a:fld id="{00000000-1234-1234-1234-123412341234}" type="slidenum">
              <a:rPr lang="en-US"/>
              <a:t>‹#›</a:t>
            </a:fld>
            <a:endParaRPr/>
          </a:p>
        </p:txBody>
      </p:sp>
    </p:spTree>
    <p:extLst>
      <p:ext uri="{BB962C8B-B14F-4D97-AF65-F5344CB8AC3E}">
        <p14:creationId xmlns:p14="http://schemas.microsoft.com/office/powerpoint/2010/main" val="19643636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matchingName="3 columns - light" preserve="1">
  <p:cSld name="3 columns - light">
    <p:bg>
      <p:bgPr>
        <a:solidFill>
          <a:srgbClr val="FFFFFF"/>
        </a:solidFill>
        <a:effectLst/>
      </p:bgPr>
    </p:bg>
    <p:spTree>
      <p:nvGrpSpPr>
        <p:cNvPr id="1" name="Shape 42"/>
        <p:cNvGrpSpPr/>
        <p:nvPr/>
      </p:nvGrpSpPr>
      <p:grpSpPr>
        <a:xfrm>
          <a:off x="0" y="0"/>
          <a:ext cx="0" cy="0"/>
          <a:chOff x="0" y="0"/>
          <a:chExt cx="0" cy="0"/>
        </a:xfrm>
      </p:grpSpPr>
      <p:pic>
        <p:nvPicPr>
          <p:cNvPr id="43" name="Google Shape;43;p121" descr="A white rectangular object with black lines&#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4" name="Google Shape;44;p121"/>
          <p:cNvSpPr txBox="1">
            <a:spLocks noGrp="1"/>
          </p:cNvSpPr>
          <p:nvPr>
            <p:ph type="body" idx="1"/>
          </p:nvPr>
        </p:nvSpPr>
        <p:spPr>
          <a:xfrm>
            <a:off x="623888" y="4182092"/>
            <a:ext cx="2550827" cy="87489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chemeClr val="accent1"/>
              </a:buClr>
              <a:buSzPts val="1200"/>
              <a:buNone/>
              <a:defRPr sz="1200">
                <a:solidFill>
                  <a:schemeClr val="accent1"/>
                </a:solidFill>
              </a:defRPr>
            </a:lvl1pPr>
            <a:lvl2pPr marL="914400" lvl="1" indent="-228600" algn="l">
              <a:lnSpc>
                <a:spcPct val="114000"/>
              </a:lnSpc>
              <a:spcBef>
                <a:spcPts val="800"/>
              </a:spcBef>
              <a:spcAft>
                <a:spcPts val="0"/>
              </a:spcAft>
              <a:buClr>
                <a:schemeClr val="accent1"/>
              </a:buClr>
              <a:buSzPts val="1200"/>
              <a:buNone/>
              <a:defRPr sz="1200">
                <a:solidFill>
                  <a:schemeClr val="accent1"/>
                </a:solidFill>
              </a:defRPr>
            </a:lvl2pPr>
            <a:lvl3pPr marL="1371600" lvl="2" indent="-228600" algn="l">
              <a:lnSpc>
                <a:spcPct val="114000"/>
              </a:lnSpc>
              <a:spcBef>
                <a:spcPts val="800"/>
              </a:spcBef>
              <a:spcAft>
                <a:spcPts val="0"/>
              </a:spcAft>
              <a:buClr>
                <a:schemeClr val="accent1"/>
              </a:buClr>
              <a:buSzPts val="1200"/>
              <a:buNone/>
              <a:defRPr sz="1200">
                <a:solidFill>
                  <a:schemeClr val="accent1"/>
                </a:solidFill>
              </a:defRPr>
            </a:lvl3pPr>
            <a:lvl4pPr marL="1828800" lvl="3" indent="-228600" algn="l">
              <a:lnSpc>
                <a:spcPct val="114000"/>
              </a:lnSpc>
              <a:spcBef>
                <a:spcPts val="800"/>
              </a:spcBef>
              <a:spcAft>
                <a:spcPts val="0"/>
              </a:spcAft>
              <a:buClr>
                <a:schemeClr val="accent1"/>
              </a:buClr>
              <a:buSzPts val="1200"/>
              <a:buNone/>
              <a:defRPr sz="1200">
                <a:solidFill>
                  <a:schemeClr val="accent1"/>
                </a:solidFill>
              </a:defRPr>
            </a:lvl4pPr>
            <a:lvl5pPr marL="2286000" lvl="4" indent="-228600" algn="l">
              <a:lnSpc>
                <a:spcPct val="114000"/>
              </a:lnSpc>
              <a:spcBef>
                <a:spcPts val="800"/>
              </a:spcBef>
              <a:spcAft>
                <a:spcPts val="0"/>
              </a:spcAft>
              <a:buClr>
                <a:schemeClr val="accent1"/>
              </a:buClr>
              <a:buSzPts val="1200"/>
              <a:buNone/>
              <a:defRPr sz="1200">
                <a:solidFill>
                  <a:schemeClr val="accent1"/>
                </a:solidFill>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
        <p:nvSpPr>
          <p:cNvPr id="45" name="Google Shape;45;p121"/>
          <p:cNvSpPr txBox="1">
            <a:spLocks noGrp="1"/>
          </p:cNvSpPr>
          <p:nvPr>
            <p:ph type="title"/>
          </p:nvPr>
        </p:nvSpPr>
        <p:spPr>
          <a:xfrm>
            <a:off x="623888" y="1207982"/>
            <a:ext cx="4105688" cy="211831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3600"/>
              <a:buFont typeface="Arial"/>
              <a:buNone/>
              <a:defRPr sz="3600" b="0" i="0">
                <a:solidFill>
                  <a:schemeClr val="dk1"/>
                </a:solidFill>
                <a:latin typeface="Arial"/>
                <a:ea typeface="Arial"/>
                <a:cs typeface="Arial"/>
                <a:sym typeface="Arial"/>
              </a:defRPr>
            </a:lvl1pPr>
            <a:lvl2pPr lvl="1" algn="l">
              <a:lnSpc>
                <a:spcPct val="100000"/>
              </a:lnSpc>
              <a:spcBef>
                <a:spcPts val="0"/>
              </a:spcBef>
              <a:spcAft>
                <a:spcPts val="0"/>
              </a:spcAft>
              <a:buClr>
                <a:srgbClr val="FDFFF3"/>
              </a:buClr>
              <a:buSzPts val="1800"/>
              <a:buNone/>
              <a:defRPr/>
            </a:lvl2pPr>
            <a:lvl3pPr lvl="2" algn="l">
              <a:lnSpc>
                <a:spcPct val="100000"/>
              </a:lnSpc>
              <a:spcBef>
                <a:spcPts val="0"/>
              </a:spcBef>
              <a:spcAft>
                <a:spcPts val="0"/>
              </a:spcAft>
              <a:buClr>
                <a:srgbClr val="FDFFF3"/>
              </a:buClr>
              <a:buSzPts val="1800"/>
              <a:buNone/>
              <a:defRPr/>
            </a:lvl3pPr>
            <a:lvl4pPr lvl="3" algn="l">
              <a:lnSpc>
                <a:spcPct val="100000"/>
              </a:lnSpc>
              <a:spcBef>
                <a:spcPts val="0"/>
              </a:spcBef>
              <a:spcAft>
                <a:spcPts val="0"/>
              </a:spcAft>
              <a:buClr>
                <a:srgbClr val="FDFFF3"/>
              </a:buClr>
              <a:buSzPts val="1800"/>
              <a:buNone/>
              <a:defRPr/>
            </a:lvl4pPr>
            <a:lvl5pPr lvl="4" algn="l">
              <a:lnSpc>
                <a:spcPct val="100000"/>
              </a:lnSpc>
              <a:spcBef>
                <a:spcPts val="0"/>
              </a:spcBef>
              <a:spcAft>
                <a:spcPts val="0"/>
              </a:spcAft>
              <a:buClr>
                <a:srgbClr val="FDFFF3"/>
              </a:buClr>
              <a:buSzPts val="1800"/>
              <a:buNone/>
              <a:defRPr/>
            </a:lvl5pPr>
            <a:lvl6pPr lvl="5" algn="l">
              <a:lnSpc>
                <a:spcPct val="100000"/>
              </a:lnSpc>
              <a:spcBef>
                <a:spcPts val="0"/>
              </a:spcBef>
              <a:spcAft>
                <a:spcPts val="0"/>
              </a:spcAft>
              <a:buClr>
                <a:srgbClr val="FDFFF3"/>
              </a:buClr>
              <a:buSzPts val="1800"/>
              <a:buNone/>
              <a:defRPr/>
            </a:lvl6pPr>
            <a:lvl7pPr lvl="6" algn="l">
              <a:lnSpc>
                <a:spcPct val="100000"/>
              </a:lnSpc>
              <a:spcBef>
                <a:spcPts val="0"/>
              </a:spcBef>
              <a:spcAft>
                <a:spcPts val="0"/>
              </a:spcAft>
              <a:buClr>
                <a:srgbClr val="FDFFF3"/>
              </a:buClr>
              <a:buSzPts val="1800"/>
              <a:buNone/>
              <a:defRPr/>
            </a:lvl7pPr>
            <a:lvl8pPr lvl="7" algn="l">
              <a:lnSpc>
                <a:spcPct val="100000"/>
              </a:lnSpc>
              <a:spcBef>
                <a:spcPts val="0"/>
              </a:spcBef>
              <a:spcAft>
                <a:spcPts val="0"/>
              </a:spcAft>
              <a:buClr>
                <a:srgbClr val="FDFFF3"/>
              </a:buClr>
              <a:buSzPts val="1800"/>
              <a:buNone/>
              <a:defRPr/>
            </a:lvl8pPr>
            <a:lvl9pPr lvl="8" algn="l">
              <a:lnSpc>
                <a:spcPct val="100000"/>
              </a:lnSpc>
              <a:spcBef>
                <a:spcPts val="0"/>
              </a:spcBef>
              <a:spcAft>
                <a:spcPts val="0"/>
              </a:spcAft>
              <a:buClr>
                <a:srgbClr val="FDFFF3"/>
              </a:buClr>
              <a:buSzPts val="1800"/>
              <a:buNone/>
              <a:defRPr/>
            </a:lvl9pPr>
          </a:lstStyle>
          <a:p>
            <a:r>
              <a:rPr lang="en-GB"/>
              <a:t>Click to edit Master title style</a:t>
            </a:r>
            <a:endParaRPr/>
          </a:p>
        </p:txBody>
      </p:sp>
      <p:sp>
        <p:nvSpPr>
          <p:cNvPr id="46" name="Google Shape;46;p121"/>
          <p:cNvSpPr txBox="1">
            <a:spLocks noGrp="1"/>
          </p:cNvSpPr>
          <p:nvPr>
            <p:ph type="body" idx="2"/>
          </p:nvPr>
        </p:nvSpPr>
        <p:spPr>
          <a:xfrm>
            <a:off x="623888" y="341907"/>
            <a:ext cx="1429199" cy="244689"/>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chemeClr val="dk1"/>
              </a:buClr>
              <a:buSzPts val="800"/>
              <a:buNone/>
              <a:defRPr sz="800"/>
            </a:lvl1pPr>
            <a:lvl2pPr marL="914400" lvl="1" indent="-342900" algn="l">
              <a:lnSpc>
                <a:spcPct val="114000"/>
              </a:lnSpc>
              <a:spcBef>
                <a:spcPts val="800"/>
              </a:spcBef>
              <a:spcAft>
                <a:spcPts val="0"/>
              </a:spcAft>
              <a:buClr>
                <a:schemeClr val="dk1"/>
              </a:buClr>
              <a:buSzPts val="1800"/>
              <a:buChar char="•"/>
              <a:defRPr/>
            </a:lvl2pPr>
            <a:lvl3pPr marL="1371600" lvl="2" indent="-342900" algn="l">
              <a:lnSpc>
                <a:spcPct val="114000"/>
              </a:lnSpc>
              <a:spcBef>
                <a:spcPts val="800"/>
              </a:spcBef>
              <a:spcAft>
                <a:spcPts val="0"/>
              </a:spcAft>
              <a:buClr>
                <a:schemeClr val="dk1"/>
              </a:buClr>
              <a:buSzPts val="1800"/>
              <a:buChar char="•"/>
              <a:defRPr/>
            </a:lvl3pPr>
            <a:lvl4pPr marL="1828800" lvl="3" indent="-342900" algn="l">
              <a:lnSpc>
                <a:spcPct val="114000"/>
              </a:lnSpc>
              <a:spcBef>
                <a:spcPts val="800"/>
              </a:spcBef>
              <a:spcAft>
                <a:spcPts val="0"/>
              </a:spcAft>
              <a:buClr>
                <a:schemeClr val="dk1"/>
              </a:buClr>
              <a:buSzPts val="1800"/>
              <a:buChar char="•"/>
              <a:defRPr/>
            </a:lvl4pPr>
            <a:lvl5pPr marL="2286000" lvl="4" indent="-342900" algn="l">
              <a:lnSpc>
                <a:spcPct val="114000"/>
              </a:lnSpc>
              <a:spcBef>
                <a:spcPts val="800"/>
              </a:spcBef>
              <a:spcAft>
                <a:spcPts val="0"/>
              </a:spcAft>
              <a:buClr>
                <a:schemeClr val="dk1"/>
              </a:buClr>
              <a:buSzPts val="1800"/>
              <a:buChar char="•"/>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
        <p:nvSpPr>
          <p:cNvPr id="47" name="Google Shape;47;p121"/>
          <p:cNvSpPr txBox="1">
            <a:spLocks noGrp="1"/>
          </p:cNvSpPr>
          <p:nvPr>
            <p:ph type="body" idx="3"/>
          </p:nvPr>
        </p:nvSpPr>
        <p:spPr>
          <a:xfrm>
            <a:off x="2480400" y="341907"/>
            <a:ext cx="2876604" cy="244689"/>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chemeClr val="accent1"/>
              </a:buClr>
              <a:buSzPts val="800"/>
              <a:buNone/>
              <a:defRPr sz="800">
                <a:solidFill>
                  <a:schemeClr val="accent1"/>
                </a:solidFill>
              </a:defRPr>
            </a:lvl1pPr>
            <a:lvl2pPr marL="914400" lvl="1" indent="-342900" algn="l">
              <a:lnSpc>
                <a:spcPct val="114000"/>
              </a:lnSpc>
              <a:spcBef>
                <a:spcPts val="800"/>
              </a:spcBef>
              <a:spcAft>
                <a:spcPts val="0"/>
              </a:spcAft>
              <a:buClr>
                <a:schemeClr val="dk1"/>
              </a:buClr>
              <a:buSzPts val="1800"/>
              <a:buChar char="•"/>
              <a:defRPr/>
            </a:lvl2pPr>
            <a:lvl3pPr marL="1371600" lvl="2" indent="-342900" algn="l">
              <a:lnSpc>
                <a:spcPct val="114000"/>
              </a:lnSpc>
              <a:spcBef>
                <a:spcPts val="800"/>
              </a:spcBef>
              <a:spcAft>
                <a:spcPts val="0"/>
              </a:spcAft>
              <a:buClr>
                <a:schemeClr val="dk1"/>
              </a:buClr>
              <a:buSzPts val="1800"/>
              <a:buChar char="•"/>
              <a:defRPr/>
            </a:lvl3pPr>
            <a:lvl4pPr marL="1828800" lvl="3" indent="-342900" algn="l">
              <a:lnSpc>
                <a:spcPct val="114000"/>
              </a:lnSpc>
              <a:spcBef>
                <a:spcPts val="800"/>
              </a:spcBef>
              <a:spcAft>
                <a:spcPts val="0"/>
              </a:spcAft>
              <a:buClr>
                <a:schemeClr val="dk1"/>
              </a:buClr>
              <a:buSzPts val="1800"/>
              <a:buChar char="•"/>
              <a:defRPr/>
            </a:lvl4pPr>
            <a:lvl5pPr marL="2286000" lvl="4" indent="-342900" algn="l">
              <a:lnSpc>
                <a:spcPct val="114000"/>
              </a:lnSpc>
              <a:spcBef>
                <a:spcPts val="800"/>
              </a:spcBef>
              <a:spcAft>
                <a:spcPts val="0"/>
              </a:spcAft>
              <a:buClr>
                <a:schemeClr val="dk1"/>
              </a:buClr>
              <a:buSzPts val="1800"/>
              <a:buChar char="•"/>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
        <p:nvSpPr>
          <p:cNvPr id="48" name="Google Shape;48;p121"/>
          <p:cNvSpPr txBox="1">
            <a:spLocks noGrp="1"/>
          </p:cNvSpPr>
          <p:nvPr>
            <p:ph type="sldNum" idx="12"/>
          </p:nvPr>
        </p:nvSpPr>
        <p:spPr>
          <a:xfrm>
            <a:off x="11067976" y="6419930"/>
            <a:ext cx="500137" cy="110800"/>
          </a:xfrm>
          <a:prstGeom prst="rect">
            <a:avLst/>
          </a:prstGeom>
          <a:noFill/>
          <a:ln>
            <a:noFill/>
          </a:ln>
        </p:spPr>
        <p:txBody>
          <a:bodyPr spcFirstLastPara="1" wrap="square" lIns="0" tIns="0" rIns="0" bIns="0" anchor="ctr" anchorCtr="0">
            <a:spAutoFit/>
          </a:bodyPr>
          <a:lstStyle>
            <a:lvl1pPr marL="0" lvl="0" indent="0" algn="r">
              <a:lnSpc>
                <a:spcPct val="90000"/>
              </a:lnSpc>
              <a:spcBef>
                <a:spcPts val="0"/>
              </a:spcBef>
              <a:spcAft>
                <a:spcPts val="0"/>
              </a:spcAft>
              <a:buClr>
                <a:schemeClr val="accent1"/>
              </a:buClr>
              <a:buSzPts val="800"/>
              <a:buFont typeface="Arial"/>
              <a:buNone/>
              <a:defRPr sz="800" b="0" i="0" u="none" strike="noStrike" cap="none">
                <a:solidFill>
                  <a:schemeClr val="accent1"/>
                </a:solidFill>
                <a:latin typeface="Arial"/>
                <a:ea typeface="Arial"/>
                <a:cs typeface="Arial"/>
                <a:sym typeface="Arial"/>
              </a:defRPr>
            </a:lvl1pPr>
            <a:lvl2pPr marL="0" lvl="1" indent="0" algn="r">
              <a:lnSpc>
                <a:spcPct val="90000"/>
              </a:lnSpc>
              <a:spcBef>
                <a:spcPts val="0"/>
              </a:spcBef>
              <a:spcAft>
                <a:spcPts val="0"/>
              </a:spcAft>
              <a:buClr>
                <a:schemeClr val="accent1"/>
              </a:buClr>
              <a:buSzPts val="800"/>
              <a:buFont typeface="Arial"/>
              <a:buNone/>
              <a:defRPr sz="800" b="0" i="0" u="none" strike="noStrike" cap="none">
                <a:solidFill>
                  <a:schemeClr val="accent1"/>
                </a:solidFill>
                <a:latin typeface="Arial"/>
                <a:ea typeface="Arial"/>
                <a:cs typeface="Arial"/>
                <a:sym typeface="Arial"/>
              </a:defRPr>
            </a:lvl2pPr>
            <a:lvl3pPr marL="0" lvl="2" indent="0" algn="r">
              <a:lnSpc>
                <a:spcPct val="90000"/>
              </a:lnSpc>
              <a:spcBef>
                <a:spcPts val="0"/>
              </a:spcBef>
              <a:spcAft>
                <a:spcPts val="0"/>
              </a:spcAft>
              <a:buClr>
                <a:schemeClr val="accent1"/>
              </a:buClr>
              <a:buSzPts val="800"/>
              <a:buFont typeface="Arial"/>
              <a:buNone/>
              <a:defRPr sz="800" b="0" i="0" u="none" strike="noStrike" cap="none">
                <a:solidFill>
                  <a:schemeClr val="accent1"/>
                </a:solidFill>
                <a:latin typeface="Arial"/>
                <a:ea typeface="Arial"/>
                <a:cs typeface="Arial"/>
                <a:sym typeface="Arial"/>
              </a:defRPr>
            </a:lvl3pPr>
            <a:lvl4pPr marL="0" lvl="3" indent="0" algn="r">
              <a:lnSpc>
                <a:spcPct val="90000"/>
              </a:lnSpc>
              <a:spcBef>
                <a:spcPts val="0"/>
              </a:spcBef>
              <a:spcAft>
                <a:spcPts val="0"/>
              </a:spcAft>
              <a:buClr>
                <a:schemeClr val="accent1"/>
              </a:buClr>
              <a:buSzPts val="800"/>
              <a:buFont typeface="Arial"/>
              <a:buNone/>
              <a:defRPr sz="800" b="0" i="0" u="none" strike="noStrike" cap="none">
                <a:solidFill>
                  <a:schemeClr val="accent1"/>
                </a:solidFill>
                <a:latin typeface="Arial"/>
                <a:ea typeface="Arial"/>
                <a:cs typeface="Arial"/>
                <a:sym typeface="Arial"/>
              </a:defRPr>
            </a:lvl4pPr>
            <a:lvl5pPr marL="0" lvl="4" indent="0" algn="r">
              <a:lnSpc>
                <a:spcPct val="90000"/>
              </a:lnSpc>
              <a:spcBef>
                <a:spcPts val="0"/>
              </a:spcBef>
              <a:spcAft>
                <a:spcPts val="0"/>
              </a:spcAft>
              <a:buClr>
                <a:schemeClr val="accent1"/>
              </a:buClr>
              <a:buSzPts val="800"/>
              <a:buFont typeface="Arial"/>
              <a:buNone/>
              <a:defRPr sz="800" b="0" i="0" u="none" strike="noStrike" cap="none">
                <a:solidFill>
                  <a:schemeClr val="accent1"/>
                </a:solidFill>
                <a:latin typeface="Arial"/>
                <a:ea typeface="Arial"/>
                <a:cs typeface="Arial"/>
                <a:sym typeface="Arial"/>
              </a:defRPr>
            </a:lvl5pPr>
            <a:lvl6pPr marL="0" lvl="5" indent="0" algn="r">
              <a:lnSpc>
                <a:spcPct val="90000"/>
              </a:lnSpc>
              <a:spcBef>
                <a:spcPts val="0"/>
              </a:spcBef>
              <a:spcAft>
                <a:spcPts val="0"/>
              </a:spcAft>
              <a:buClr>
                <a:schemeClr val="accent1"/>
              </a:buClr>
              <a:buSzPts val="800"/>
              <a:buFont typeface="Arial"/>
              <a:buNone/>
              <a:defRPr sz="800" b="0" i="0" u="none" strike="noStrike" cap="none">
                <a:solidFill>
                  <a:schemeClr val="accent1"/>
                </a:solidFill>
                <a:latin typeface="Arial"/>
                <a:ea typeface="Arial"/>
                <a:cs typeface="Arial"/>
                <a:sym typeface="Arial"/>
              </a:defRPr>
            </a:lvl6pPr>
            <a:lvl7pPr marL="0" lvl="6" indent="0" algn="r">
              <a:lnSpc>
                <a:spcPct val="90000"/>
              </a:lnSpc>
              <a:spcBef>
                <a:spcPts val="0"/>
              </a:spcBef>
              <a:spcAft>
                <a:spcPts val="0"/>
              </a:spcAft>
              <a:buClr>
                <a:schemeClr val="accent1"/>
              </a:buClr>
              <a:buSzPts val="800"/>
              <a:buFont typeface="Arial"/>
              <a:buNone/>
              <a:defRPr sz="800" b="0" i="0" u="none" strike="noStrike" cap="none">
                <a:solidFill>
                  <a:schemeClr val="accent1"/>
                </a:solidFill>
                <a:latin typeface="Arial"/>
                <a:ea typeface="Arial"/>
                <a:cs typeface="Arial"/>
                <a:sym typeface="Arial"/>
              </a:defRPr>
            </a:lvl7pPr>
            <a:lvl8pPr marL="0" lvl="7" indent="0" algn="r">
              <a:lnSpc>
                <a:spcPct val="90000"/>
              </a:lnSpc>
              <a:spcBef>
                <a:spcPts val="0"/>
              </a:spcBef>
              <a:spcAft>
                <a:spcPts val="0"/>
              </a:spcAft>
              <a:buClr>
                <a:schemeClr val="accent1"/>
              </a:buClr>
              <a:buSzPts val="800"/>
              <a:buFont typeface="Arial"/>
              <a:buNone/>
              <a:defRPr sz="800" b="0" i="0" u="none" strike="noStrike" cap="none">
                <a:solidFill>
                  <a:schemeClr val="accent1"/>
                </a:solidFill>
                <a:latin typeface="Arial"/>
                <a:ea typeface="Arial"/>
                <a:cs typeface="Arial"/>
                <a:sym typeface="Arial"/>
              </a:defRPr>
            </a:lvl8pPr>
            <a:lvl9pPr marL="0" lvl="8" indent="0" algn="r">
              <a:lnSpc>
                <a:spcPct val="90000"/>
              </a:lnSpc>
              <a:spcBef>
                <a:spcPts val="0"/>
              </a:spcBef>
              <a:spcAft>
                <a:spcPts val="0"/>
              </a:spcAft>
              <a:buClr>
                <a:schemeClr val="accent1"/>
              </a:buClr>
              <a:buSzPts val="800"/>
              <a:buFont typeface="Arial"/>
              <a:buNone/>
              <a:defRPr sz="800" b="0" i="0" u="none" strike="noStrike" cap="none">
                <a:solidFill>
                  <a:schemeClr val="accent1"/>
                </a:solidFill>
                <a:latin typeface="Arial"/>
                <a:ea typeface="Arial"/>
                <a:cs typeface="Arial"/>
                <a:sym typeface="Arial"/>
              </a:defRPr>
            </a:lvl9pPr>
          </a:lstStyle>
          <a:p>
            <a:pPr marL="0" lvl="0" indent="0" algn="r" rtl="0">
              <a:spcBef>
                <a:spcPts val="0"/>
              </a:spcBef>
              <a:spcAft>
                <a:spcPts val="0"/>
              </a:spcAft>
              <a:buNone/>
            </a:pPr>
            <a:r>
              <a:rPr lang="en-US"/>
              <a:t>Page </a:t>
            </a:r>
            <a:fld id="{00000000-1234-1234-1234-123412341234}" type="slidenum">
              <a:rPr lang="en-US"/>
              <a:t>‹#›</a:t>
            </a:fld>
            <a:endParaRPr/>
          </a:p>
        </p:txBody>
      </p:sp>
      <p:sp>
        <p:nvSpPr>
          <p:cNvPr id="49" name="Google Shape;49;p121"/>
          <p:cNvSpPr txBox="1">
            <a:spLocks noGrp="1"/>
          </p:cNvSpPr>
          <p:nvPr>
            <p:ph type="body" idx="4"/>
          </p:nvPr>
        </p:nvSpPr>
        <p:spPr>
          <a:xfrm>
            <a:off x="4327721" y="4182092"/>
            <a:ext cx="2550827" cy="87489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chemeClr val="accent1"/>
              </a:buClr>
              <a:buSzPts val="1200"/>
              <a:buNone/>
              <a:defRPr sz="1200">
                <a:solidFill>
                  <a:schemeClr val="accent1"/>
                </a:solidFill>
              </a:defRPr>
            </a:lvl1pPr>
            <a:lvl2pPr marL="914400" lvl="1" indent="-228600" algn="l">
              <a:lnSpc>
                <a:spcPct val="114000"/>
              </a:lnSpc>
              <a:spcBef>
                <a:spcPts val="800"/>
              </a:spcBef>
              <a:spcAft>
                <a:spcPts val="0"/>
              </a:spcAft>
              <a:buClr>
                <a:schemeClr val="accent1"/>
              </a:buClr>
              <a:buSzPts val="1200"/>
              <a:buNone/>
              <a:defRPr sz="1200">
                <a:solidFill>
                  <a:schemeClr val="accent1"/>
                </a:solidFill>
              </a:defRPr>
            </a:lvl2pPr>
            <a:lvl3pPr marL="1371600" lvl="2" indent="-228600" algn="l">
              <a:lnSpc>
                <a:spcPct val="114000"/>
              </a:lnSpc>
              <a:spcBef>
                <a:spcPts val="800"/>
              </a:spcBef>
              <a:spcAft>
                <a:spcPts val="0"/>
              </a:spcAft>
              <a:buClr>
                <a:schemeClr val="accent1"/>
              </a:buClr>
              <a:buSzPts val="1200"/>
              <a:buNone/>
              <a:defRPr sz="1200">
                <a:solidFill>
                  <a:schemeClr val="accent1"/>
                </a:solidFill>
              </a:defRPr>
            </a:lvl3pPr>
            <a:lvl4pPr marL="1828800" lvl="3" indent="-228600" algn="l">
              <a:lnSpc>
                <a:spcPct val="114000"/>
              </a:lnSpc>
              <a:spcBef>
                <a:spcPts val="800"/>
              </a:spcBef>
              <a:spcAft>
                <a:spcPts val="0"/>
              </a:spcAft>
              <a:buClr>
                <a:schemeClr val="accent1"/>
              </a:buClr>
              <a:buSzPts val="1200"/>
              <a:buNone/>
              <a:defRPr sz="1200">
                <a:solidFill>
                  <a:schemeClr val="accent1"/>
                </a:solidFill>
              </a:defRPr>
            </a:lvl4pPr>
            <a:lvl5pPr marL="2286000" lvl="4" indent="-228600" algn="l">
              <a:lnSpc>
                <a:spcPct val="114000"/>
              </a:lnSpc>
              <a:spcBef>
                <a:spcPts val="800"/>
              </a:spcBef>
              <a:spcAft>
                <a:spcPts val="0"/>
              </a:spcAft>
              <a:buClr>
                <a:schemeClr val="accent1"/>
              </a:buClr>
              <a:buSzPts val="1200"/>
              <a:buNone/>
              <a:defRPr sz="1200">
                <a:solidFill>
                  <a:schemeClr val="accent1"/>
                </a:solidFill>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
        <p:nvSpPr>
          <p:cNvPr id="50" name="Google Shape;50;p121"/>
          <p:cNvSpPr txBox="1">
            <a:spLocks noGrp="1"/>
          </p:cNvSpPr>
          <p:nvPr>
            <p:ph type="body" idx="5"/>
          </p:nvPr>
        </p:nvSpPr>
        <p:spPr>
          <a:xfrm>
            <a:off x="8031554" y="4182092"/>
            <a:ext cx="2550827" cy="87489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chemeClr val="accent1"/>
              </a:buClr>
              <a:buSzPts val="1200"/>
              <a:buNone/>
              <a:defRPr sz="1200">
                <a:solidFill>
                  <a:schemeClr val="accent1"/>
                </a:solidFill>
              </a:defRPr>
            </a:lvl1pPr>
            <a:lvl2pPr marL="914400" lvl="1" indent="-228600" algn="l">
              <a:lnSpc>
                <a:spcPct val="114000"/>
              </a:lnSpc>
              <a:spcBef>
                <a:spcPts val="800"/>
              </a:spcBef>
              <a:spcAft>
                <a:spcPts val="0"/>
              </a:spcAft>
              <a:buClr>
                <a:schemeClr val="accent1"/>
              </a:buClr>
              <a:buSzPts val="1200"/>
              <a:buNone/>
              <a:defRPr sz="1200">
                <a:solidFill>
                  <a:schemeClr val="accent1"/>
                </a:solidFill>
              </a:defRPr>
            </a:lvl2pPr>
            <a:lvl3pPr marL="1371600" lvl="2" indent="-228600" algn="l">
              <a:lnSpc>
                <a:spcPct val="114000"/>
              </a:lnSpc>
              <a:spcBef>
                <a:spcPts val="800"/>
              </a:spcBef>
              <a:spcAft>
                <a:spcPts val="0"/>
              </a:spcAft>
              <a:buClr>
                <a:schemeClr val="accent1"/>
              </a:buClr>
              <a:buSzPts val="1200"/>
              <a:buNone/>
              <a:defRPr sz="1200">
                <a:solidFill>
                  <a:schemeClr val="accent1"/>
                </a:solidFill>
              </a:defRPr>
            </a:lvl3pPr>
            <a:lvl4pPr marL="1828800" lvl="3" indent="-228600" algn="l">
              <a:lnSpc>
                <a:spcPct val="114000"/>
              </a:lnSpc>
              <a:spcBef>
                <a:spcPts val="800"/>
              </a:spcBef>
              <a:spcAft>
                <a:spcPts val="0"/>
              </a:spcAft>
              <a:buClr>
                <a:schemeClr val="accent1"/>
              </a:buClr>
              <a:buSzPts val="1200"/>
              <a:buNone/>
              <a:defRPr sz="1200">
                <a:solidFill>
                  <a:schemeClr val="accent1"/>
                </a:solidFill>
              </a:defRPr>
            </a:lvl4pPr>
            <a:lvl5pPr marL="2286000" lvl="4" indent="-228600" algn="l">
              <a:lnSpc>
                <a:spcPct val="114000"/>
              </a:lnSpc>
              <a:spcBef>
                <a:spcPts val="800"/>
              </a:spcBef>
              <a:spcAft>
                <a:spcPts val="0"/>
              </a:spcAft>
              <a:buClr>
                <a:schemeClr val="accent1"/>
              </a:buClr>
              <a:buSzPts val="1200"/>
              <a:buNone/>
              <a:defRPr sz="1200">
                <a:solidFill>
                  <a:schemeClr val="accent1"/>
                </a:solidFill>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Tree>
    <p:extLst>
      <p:ext uri="{BB962C8B-B14F-4D97-AF65-F5344CB8AC3E}">
        <p14:creationId xmlns:p14="http://schemas.microsoft.com/office/powerpoint/2010/main" val="36846598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matchingName="Text - Light" preserve="1">
  <p:cSld name="Text - Light">
    <p:bg>
      <p:bgPr>
        <a:solidFill>
          <a:srgbClr val="FFFFFF"/>
        </a:solidFill>
        <a:effectLst/>
      </p:bgPr>
    </p:bg>
    <p:spTree>
      <p:nvGrpSpPr>
        <p:cNvPr id="1" name="Shape 58"/>
        <p:cNvGrpSpPr/>
        <p:nvPr/>
      </p:nvGrpSpPr>
      <p:grpSpPr>
        <a:xfrm>
          <a:off x="0" y="0"/>
          <a:ext cx="0" cy="0"/>
          <a:chOff x="0" y="0"/>
          <a:chExt cx="0" cy="0"/>
        </a:xfrm>
      </p:grpSpPr>
      <p:pic>
        <p:nvPicPr>
          <p:cNvPr id="59" name="Google Shape;59;p15" descr="A white rectangular object with black lines&#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0" name="Google Shape;60;p15"/>
          <p:cNvSpPr txBox="1">
            <a:spLocks noGrp="1"/>
          </p:cNvSpPr>
          <p:nvPr>
            <p:ph type="body" idx="1"/>
          </p:nvPr>
        </p:nvSpPr>
        <p:spPr>
          <a:xfrm>
            <a:off x="623888" y="4654703"/>
            <a:ext cx="2505200" cy="874800"/>
          </a:xfrm>
          <a:prstGeom prst="rect">
            <a:avLst/>
          </a:prstGeom>
          <a:noFill/>
          <a:ln>
            <a:noFill/>
          </a:ln>
        </p:spPr>
        <p:txBody>
          <a:bodyPr spcFirstLastPara="1" wrap="square" lIns="0" tIns="0" rIns="0" bIns="0" anchor="t" anchorCtr="0">
            <a:noAutofit/>
          </a:bodyPr>
          <a:lstStyle>
            <a:lvl1pPr marL="609585" lvl="0" indent="-304792" algn="l" rtl="0">
              <a:lnSpc>
                <a:spcPct val="114000"/>
              </a:lnSpc>
              <a:spcBef>
                <a:spcPts val="800"/>
              </a:spcBef>
              <a:spcAft>
                <a:spcPts val="0"/>
              </a:spcAft>
              <a:buClr>
                <a:schemeClr val="accent1"/>
              </a:buClr>
              <a:buSzPts val="900"/>
              <a:buNone/>
              <a:defRPr sz="1200">
                <a:solidFill>
                  <a:schemeClr val="accent1"/>
                </a:solidFill>
              </a:defRPr>
            </a:lvl1pPr>
            <a:lvl2pPr marL="1219170" lvl="1" indent="-304792" algn="l" rtl="0">
              <a:lnSpc>
                <a:spcPct val="114000"/>
              </a:lnSpc>
              <a:spcBef>
                <a:spcPts val="800"/>
              </a:spcBef>
              <a:spcAft>
                <a:spcPts val="0"/>
              </a:spcAft>
              <a:buClr>
                <a:schemeClr val="accent1"/>
              </a:buClr>
              <a:buSzPts val="900"/>
              <a:buNone/>
              <a:defRPr sz="1200">
                <a:solidFill>
                  <a:schemeClr val="accent1"/>
                </a:solidFill>
              </a:defRPr>
            </a:lvl2pPr>
            <a:lvl3pPr marL="1828754" lvl="2" indent="-304792" algn="l" rtl="0">
              <a:lnSpc>
                <a:spcPct val="114000"/>
              </a:lnSpc>
              <a:spcBef>
                <a:spcPts val="800"/>
              </a:spcBef>
              <a:spcAft>
                <a:spcPts val="0"/>
              </a:spcAft>
              <a:buClr>
                <a:schemeClr val="accent1"/>
              </a:buClr>
              <a:buSzPts val="900"/>
              <a:buNone/>
              <a:defRPr sz="1200">
                <a:solidFill>
                  <a:schemeClr val="accent1"/>
                </a:solidFill>
              </a:defRPr>
            </a:lvl3pPr>
            <a:lvl4pPr marL="2438339" lvl="3" indent="-304792" algn="l" rtl="0">
              <a:lnSpc>
                <a:spcPct val="114000"/>
              </a:lnSpc>
              <a:spcBef>
                <a:spcPts val="800"/>
              </a:spcBef>
              <a:spcAft>
                <a:spcPts val="0"/>
              </a:spcAft>
              <a:buClr>
                <a:schemeClr val="accent1"/>
              </a:buClr>
              <a:buSzPts val="900"/>
              <a:buNone/>
              <a:defRPr sz="1200">
                <a:solidFill>
                  <a:schemeClr val="accent1"/>
                </a:solidFill>
              </a:defRPr>
            </a:lvl4pPr>
            <a:lvl5pPr marL="3047924" lvl="4" indent="-304792" algn="l" rtl="0">
              <a:lnSpc>
                <a:spcPct val="114000"/>
              </a:lnSpc>
              <a:spcBef>
                <a:spcPts val="800"/>
              </a:spcBef>
              <a:spcAft>
                <a:spcPts val="0"/>
              </a:spcAft>
              <a:buClr>
                <a:schemeClr val="accent1"/>
              </a:buClr>
              <a:buSzPts val="900"/>
              <a:buNone/>
              <a:defRPr sz="1200">
                <a:solidFill>
                  <a:schemeClr val="accent1"/>
                </a:solidFill>
              </a:defRPr>
            </a:lvl5pPr>
            <a:lvl6pPr marL="3657509" lvl="5" indent="-423323" algn="just" rtl="0">
              <a:lnSpc>
                <a:spcPct val="90000"/>
              </a:lnSpc>
              <a:spcBef>
                <a:spcPts val="800"/>
              </a:spcBef>
              <a:spcAft>
                <a:spcPts val="0"/>
              </a:spcAft>
              <a:buClr>
                <a:schemeClr val="accent5"/>
              </a:buClr>
              <a:buSzPts val="1400"/>
              <a:buChar char="•"/>
              <a:defRPr/>
            </a:lvl6pPr>
            <a:lvl7pPr marL="4267093" lvl="6" indent="-423323" algn="just" rtl="0">
              <a:lnSpc>
                <a:spcPct val="90000"/>
              </a:lnSpc>
              <a:spcBef>
                <a:spcPts val="800"/>
              </a:spcBef>
              <a:spcAft>
                <a:spcPts val="0"/>
              </a:spcAft>
              <a:buClr>
                <a:schemeClr val="accent5"/>
              </a:buClr>
              <a:buSzPts val="1400"/>
              <a:buChar char="•"/>
              <a:defRPr/>
            </a:lvl7pPr>
            <a:lvl8pPr marL="4876678" lvl="7" indent="-423323" algn="just" rtl="0">
              <a:lnSpc>
                <a:spcPct val="90000"/>
              </a:lnSpc>
              <a:spcBef>
                <a:spcPts val="800"/>
              </a:spcBef>
              <a:spcAft>
                <a:spcPts val="0"/>
              </a:spcAft>
              <a:buClr>
                <a:schemeClr val="accent5"/>
              </a:buClr>
              <a:buSzPts val="1400"/>
              <a:buChar char="•"/>
              <a:defRPr/>
            </a:lvl8pPr>
            <a:lvl9pPr marL="5486263" lvl="8" indent="-423323" algn="just" rtl="0">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61" name="Google Shape;61;p15"/>
          <p:cNvSpPr txBox="1">
            <a:spLocks noGrp="1"/>
          </p:cNvSpPr>
          <p:nvPr>
            <p:ph type="title"/>
          </p:nvPr>
        </p:nvSpPr>
        <p:spPr>
          <a:xfrm>
            <a:off x="623888" y="1207981"/>
            <a:ext cx="4106000" cy="21184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dk1"/>
              </a:buClr>
              <a:buSzPts val="2700"/>
              <a:buFont typeface="Arial"/>
              <a:buNone/>
              <a:defRPr sz="3600" b="0" i="0">
                <a:solidFill>
                  <a:schemeClr val="dk1"/>
                </a:solidFill>
                <a:latin typeface="Arial"/>
                <a:ea typeface="Arial"/>
                <a:cs typeface="Arial"/>
                <a:sym typeface="Arial"/>
              </a:defRPr>
            </a:lvl1pPr>
            <a:lvl2pPr lvl="1" algn="l" rtl="0">
              <a:lnSpc>
                <a:spcPct val="100000"/>
              </a:lnSpc>
              <a:spcBef>
                <a:spcPts val="0"/>
              </a:spcBef>
              <a:spcAft>
                <a:spcPts val="0"/>
              </a:spcAft>
              <a:buClr>
                <a:srgbClr val="FDFFF3"/>
              </a:buClr>
              <a:buSzPts val="1400"/>
              <a:buNone/>
              <a:defRPr/>
            </a:lvl2pPr>
            <a:lvl3pPr lvl="2" algn="l" rtl="0">
              <a:lnSpc>
                <a:spcPct val="100000"/>
              </a:lnSpc>
              <a:spcBef>
                <a:spcPts val="0"/>
              </a:spcBef>
              <a:spcAft>
                <a:spcPts val="0"/>
              </a:spcAft>
              <a:buClr>
                <a:srgbClr val="FDFFF3"/>
              </a:buClr>
              <a:buSzPts val="1400"/>
              <a:buNone/>
              <a:defRPr/>
            </a:lvl3pPr>
            <a:lvl4pPr lvl="3" algn="l" rtl="0">
              <a:lnSpc>
                <a:spcPct val="100000"/>
              </a:lnSpc>
              <a:spcBef>
                <a:spcPts val="0"/>
              </a:spcBef>
              <a:spcAft>
                <a:spcPts val="0"/>
              </a:spcAft>
              <a:buClr>
                <a:srgbClr val="FDFFF3"/>
              </a:buClr>
              <a:buSzPts val="1400"/>
              <a:buNone/>
              <a:defRPr/>
            </a:lvl4pPr>
            <a:lvl5pPr lvl="4" algn="l" rtl="0">
              <a:lnSpc>
                <a:spcPct val="100000"/>
              </a:lnSpc>
              <a:spcBef>
                <a:spcPts val="0"/>
              </a:spcBef>
              <a:spcAft>
                <a:spcPts val="0"/>
              </a:spcAft>
              <a:buClr>
                <a:srgbClr val="FDFFF3"/>
              </a:buClr>
              <a:buSzPts val="1400"/>
              <a:buNone/>
              <a:defRPr/>
            </a:lvl5pPr>
            <a:lvl6pPr lvl="5" algn="l" rtl="0">
              <a:lnSpc>
                <a:spcPct val="100000"/>
              </a:lnSpc>
              <a:spcBef>
                <a:spcPts val="0"/>
              </a:spcBef>
              <a:spcAft>
                <a:spcPts val="0"/>
              </a:spcAft>
              <a:buClr>
                <a:srgbClr val="FDFFF3"/>
              </a:buClr>
              <a:buSzPts val="1400"/>
              <a:buNone/>
              <a:defRPr/>
            </a:lvl6pPr>
            <a:lvl7pPr lvl="6" algn="l" rtl="0">
              <a:lnSpc>
                <a:spcPct val="100000"/>
              </a:lnSpc>
              <a:spcBef>
                <a:spcPts val="0"/>
              </a:spcBef>
              <a:spcAft>
                <a:spcPts val="0"/>
              </a:spcAft>
              <a:buClr>
                <a:srgbClr val="FDFFF3"/>
              </a:buClr>
              <a:buSzPts val="1400"/>
              <a:buNone/>
              <a:defRPr/>
            </a:lvl7pPr>
            <a:lvl8pPr lvl="7" algn="l" rtl="0">
              <a:lnSpc>
                <a:spcPct val="100000"/>
              </a:lnSpc>
              <a:spcBef>
                <a:spcPts val="0"/>
              </a:spcBef>
              <a:spcAft>
                <a:spcPts val="0"/>
              </a:spcAft>
              <a:buClr>
                <a:srgbClr val="FDFFF3"/>
              </a:buClr>
              <a:buSzPts val="1400"/>
              <a:buNone/>
              <a:defRPr/>
            </a:lvl8pPr>
            <a:lvl9pPr lvl="8" algn="l" rtl="0">
              <a:lnSpc>
                <a:spcPct val="100000"/>
              </a:lnSpc>
              <a:spcBef>
                <a:spcPts val="0"/>
              </a:spcBef>
              <a:spcAft>
                <a:spcPts val="0"/>
              </a:spcAft>
              <a:buClr>
                <a:srgbClr val="FDFFF3"/>
              </a:buClr>
              <a:buSzPts val="1400"/>
              <a:buNone/>
              <a:defRPr/>
            </a:lvl9pPr>
          </a:lstStyle>
          <a:p>
            <a:r>
              <a:rPr lang="en-GB"/>
              <a:t>Click to edit Master title style</a:t>
            </a:r>
            <a:endParaRPr/>
          </a:p>
        </p:txBody>
      </p:sp>
      <p:sp>
        <p:nvSpPr>
          <p:cNvPr id="62" name="Google Shape;62;p15"/>
          <p:cNvSpPr txBox="1">
            <a:spLocks noGrp="1"/>
          </p:cNvSpPr>
          <p:nvPr>
            <p:ph type="body" idx="2"/>
          </p:nvPr>
        </p:nvSpPr>
        <p:spPr>
          <a:xfrm>
            <a:off x="623888" y="341907"/>
            <a:ext cx="1429200" cy="244800"/>
          </a:xfrm>
          <a:prstGeom prst="rect">
            <a:avLst/>
          </a:prstGeom>
          <a:noFill/>
          <a:ln>
            <a:noFill/>
          </a:ln>
        </p:spPr>
        <p:txBody>
          <a:bodyPr spcFirstLastPara="1" wrap="square" lIns="0" tIns="0" rIns="0" bIns="0" anchor="t" anchorCtr="0">
            <a:noAutofit/>
          </a:bodyPr>
          <a:lstStyle>
            <a:lvl1pPr marL="609585" lvl="0" indent="-304792" algn="l" rtl="0">
              <a:lnSpc>
                <a:spcPct val="114000"/>
              </a:lnSpc>
              <a:spcBef>
                <a:spcPts val="800"/>
              </a:spcBef>
              <a:spcAft>
                <a:spcPts val="0"/>
              </a:spcAft>
              <a:buClr>
                <a:schemeClr val="dk1"/>
              </a:buClr>
              <a:buSzPts val="600"/>
              <a:buNone/>
              <a:defRPr sz="800"/>
            </a:lvl1pPr>
            <a:lvl2pPr marL="1219170" lvl="1" indent="-423323" algn="l" rtl="0">
              <a:lnSpc>
                <a:spcPct val="114000"/>
              </a:lnSpc>
              <a:spcBef>
                <a:spcPts val="800"/>
              </a:spcBef>
              <a:spcAft>
                <a:spcPts val="0"/>
              </a:spcAft>
              <a:buClr>
                <a:schemeClr val="dk1"/>
              </a:buClr>
              <a:buSzPts val="1400"/>
              <a:buChar char="•"/>
              <a:defRPr/>
            </a:lvl2pPr>
            <a:lvl3pPr marL="1828754" lvl="2" indent="-423323" algn="l" rtl="0">
              <a:lnSpc>
                <a:spcPct val="114000"/>
              </a:lnSpc>
              <a:spcBef>
                <a:spcPts val="800"/>
              </a:spcBef>
              <a:spcAft>
                <a:spcPts val="0"/>
              </a:spcAft>
              <a:buClr>
                <a:schemeClr val="dk1"/>
              </a:buClr>
              <a:buSzPts val="1400"/>
              <a:buChar char="•"/>
              <a:defRPr/>
            </a:lvl3pPr>
            <a:lvl4pPr marL="2438339" lvl="3" indent="-423323" algn="l" rtl="0">
              <a:lnSpc>
                <a:spcPct val="114000"/>
              </a:lnSpc>
              <a:spcBef>
                <a:spcPts val="800"/>
              </a:spcBef>
              <a:spcAft>
                <a:spcPts val="0"/>
              </a:spcAft>
              <a:buClr>
                <a:schemeClr val="dk1"/>
              </a:buClr>
              <a:buSzPts val="1400"/>
              <a:buChar char="•"/>
              <a:defRPr/>
            </a:lvl4pPr>
            <a:lvl5pPr marL="3047924" lvl="4" indent="-423323" algn="l" rtl="0">
              <a:lnSpc>
                <a:spcPct val="114000"/>
              </a:lnSpc>
              <a:spcBef>
                <a:spcPts val="800"/>
              </a:spcBef>
              <a:spcAft>
                <a:spcPts val="0"/>
              </a:spcAft>
              <a:buClr>
                <a:schemeClr val="dk1"/>
              </a:buClr>
              <a:buSzPts val="1400"/>
              <a:buChar char="•"/>
              <a:defRPr/>
            </a:lvl5pPr>
            <a:lvl6pPr marL="3657509" lvl="5" indent="-423323" algn="just" rtl="0">
              <a:lnSpc>
                <a:spcPct val="90000"/>
              </a:lnSpc>
              <a:spcBef>
                <a:spcPts val="800"/>
              </a:spcBef>
              <a:spcAft>
                <a:spcPts val="0"/>
              </a:spcAft>
              <a:buClr>
                <a:schemeClr val="accent5"/>
              </a:buClr>
              <a:buSzPts val="1400"/>
              <a:buChar char="•"/>
              <a:defRPr/>
            </a:lvl6pPr>
            <a:lvl7pPr marL="4267093" lvl="6" indent="-423323" algn="just" rtl="0">
              <a:lnSpc>
                <a:spcPct val="90000"/>
              </a:lnSpc>
              <a:spcBef>
                <a:spcPts val="800"/>
              </a:spcBef>
              <a:spcAft>
                <a:spcPts val="0"/>
              </a:spcAft>
              <a:buClr>
                <a:schemeClr val="accent5"/>
              </a:buClr>
              <a:buSzPts val="1400"/>
              <a:buChar char="•"/>
              <a:defRPr/>
            </a:lvl7pPr>
            <a:lvl8pPr marL="4876678" lvl="7" indent="-423323" algn="just" rtl="0">
              <a:lnSpc>
                <a:spcPct val="90000"/>
              </a:lnSpc>
              <a:spcBef>
                <a:spcPts val="800"/>
              </a:spcBef>
              <a:spcAft>
                <a:spcPts val="0"/>
              </a:spcAft>
              <a:buClr>
                <a:schemeClr val="accent5"/>
              </a:buClr>
              <a:buSzPts val="1400"/>
              <a:buChar char="•"/>
              <a:defRPr/>
            </a:lvl8pPr>
            <a:lvl9pPr marL="5486263" lvl="8" indent="-423323" algn="just" rtl="0">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63" name="Google Shape;63;p15"/>
          <p:cNvSpPr txBox="1">
            <a:spLocks noGrp="1"/>
          </p:cNvSpPr>
          <p:nvPr>
            <p:ph type="body" idx="3"/>
          </p:nvPr>
        </p:nvSpPr>
        <p:spPr>
          <a:xfrm>
            <a:off x="2480400" y="341907"/>
            <a:ext cx="2876800" cy="244800"/>
          </a:xfrm>
          <a:prstGeom prst="rect">
            <a:avLst/>
          </a:prstGeom>
          <a:noFill/>
          <a:ln>
            <a:noFill/>
          </a:ln>
        </p:spPr>
        <p:txBody>
          <a:bodyPr spcFirstLastPara="1" wrap="square" lIns="0" tIns="0" rIns="0" bIns="0" anchor="t" anchorCtr="0">
            <a:noAutofit/>
          </a:bodyPr>
          <a:lstStyle>
            <a:lvl1pPr marL="609585" lvl="0" indent="-304792" algn="l" rtl="0">
              <a:lnSpc>
                <a:spcPct val="114000"/>
              </a:lnSpc>
              <a:spcBef>
                <a:spcPts val="800"/>
              </a:spcBef>
              <a:spcAft>
                <a:spcPts val="0"/>
              </a:spcAft>
              <a:buClr>
                <a:schemeClr val="accent1"/>
              </a:buClr>
              <a:buSzPts val="600"/>
              <a:buNone/>
              <a:defRPr sz="800">
                <a:solidFill>
                  <a:schemeClr val="accent1"/>
                </a:solidFill>
              </a:defRPr>
            </a:lvl1pPr>
            <a:lvl2pPr marL="1219170" lvl="1" indent="-423323" algn="l" rtl="0">
              <a:lnSpc>
                <a:spcPct val="114000"/>
              </a:lnSpc>
              <a:spcBef>
                <a:spcPts val="800"/>
              </a:spcBef>
              <a:spcAft>
                <a:spcPts val="0"/>
              </a:spcAft>
              <a:buClr>
                <a:schemeClr val="dk1"/>
              </a:buClr>
              <a:buSzPts val="1400"/>
              <a:buChar char="•"/>
              <a:defRPr/>
            </a:lvl2pPr>
            <a:lvl3pPr marL="1828754" lvl="2" indent="-423323" algn="l" rtl="0">
              <a:lnSpc>
                <a:spcPct val="114000"/>
              </a:lnSpc>
              <a:spcBef>
                <a:spcPts val="800"/>
              </a:spcBef>
              <a:spcAft>
                <a:spcPts val="0"/>
              </a:spcAft>
              <a:buClr>
                <a:schemeClr val="dk1"/>
              </a:buClr>
              <a:buSzPts val="1400"/>
              <a:buChar char="•"/>
              <a:defRPr/>
            </a:lvl3pPr>
            <a:lvl4pPr marL="2438339" lvl="3" indent="-423323" algn="l" rtl="0">
              <a:lnSpc>
                <a:spcPct val="114000"/>
              </a:lnSpc>
              <a:spcBef>
                <a:spcPts val="800"/>
              </a:spcBef>
              <a:spcAft>
                <a:spcPts val="0"/>
              </a:spcAft>
              <a:buClr>
                <a:schemeClr val="dk1"/>
              </a:buClr>
              <a:buSzPts val="1400"/>
              <a:buChar char="•"/>
              <a:defRPr/>
            </a:lvl4pPr>
            <a:lvl5pPr marL="3047924" lvl="4" indent="-423323" algn="l" rtl="0">
              <a:lnSpc>
                <a:spcPct val="114000"/>
              </a:lnSpc>
              <a:spcBef>
                <a:spcPts val="800"/>
              </a:spcBef>
              <a:spcAft>
                <a:spcPts val="0"/>
              </a:spcAft>
              <a:buClr>
                <a:schemeClr val="dk1"/>
              </a:buClr>
              <a:buSzPts val="1400"/>
              <a:buChar char="•"/>
              <a:defRPr/>
            </a:lvl5pPr>
            <a:lvl6pPr marL="3657509" lvl="5" indent="-423323" algn="just" rtl="0">
              <a:lnSpc>
                <a:spcPct val="90000"/>
              </a:lnSpc>
              <a:spcBef>
                <a:spcPts val="800"/>
              </a:spcBef>
              <a:spcAft>
                <a:spcPts val="0"/>
              </a:spcAft>
              <a:buClr>
                <a:schemeClr val="accent5"/>
              </a:buClr>
              <a:buSzPts val="1400"/>
              <a:buChar char="•"/>
              <a:defRPr/>
            </a:lvl6pPr>
            <a:lvl7pPr marL="4267093" lvl="6" indent="-423323" algn="just" rtl="0">
              <a:lnSpc>
                <a:spcPct val="90000"/>
              </a:lnSpc>
              <a:spcBef>
                <a:spcPts val="800"/>
              </a:spcBef>
              <a:spcAft>
                <a:spcPts val="0"/>
              </a:spcAft>
              <a:buClr>
                <a:schemeClr val="accent5"/>
              </a:buClr>
              <a:buSzPts val="1400"/>
              <a:buChar char="•"/>
              <a:defRPr/>
            </a:lvl7pPr>
            <a:lvl8pPr marL="4876678" lvl="7" indent="-423323" algn="just" rtl="0">
              <a:lnSpc>
                <a:spcPct val="90000"/>
              </a:lnSpc>
              <a:spcBef>
                <a:spcPts val="800"/>
              </a:spcBef>
              <a:spcAft>
                <a:spcPts val="0"/>
              </a:spcAft>
              <a:buClr>
                <a:schemeClr val="accent5"/>
              </a:buClr>
              <a:buSzPts val="1400"/>
              <a:buChar char="•"/>
              <a:defRPr/>
            </a:lvl8pPr>
            <a:lvl9pPr marL="5486263" lvl="8" indent="-423323" algn="just" rtl="0">
              <a:lnSpc>
                <a:spcPct val="90000"/>
              </a:lnSpc>
              <a:spcBef>
                <a:spcPts val="800"/>
              </a:spcBef>
              <a:spcAft>
                <a:spcPts val="0"/>
              </a:spcAft>
              <a:buClr>
                <a:schemeClr val="accent5"/>
              </a:buClr>
              <a:buSzPts val="1400"/>
              <a:buChar char="•"/>
              <a:defRPr/>
            </a:lvl9pPr>
          </a:lstStyle>
          <a:p>
            <a:pPr lvl="0"/>
            <a:r>
              <a:rPr lang="en-GB"/>
              <a:t>Click to edit Master text styles</a:t>
            </a:r>
          </a:p>
        </p:txBody>
      </p:sp>
      <p:sp>
        <p:nvSpPr>
          <p:cNvPr id="64" name="Google Shape;64;p15"/>
          <p:cNvSpPr txBox="1">
            <a:spLocks noGrp="1"/>
          </p:cNvSpPr>
          <p:nvPr>
            <p:ph type="sldNum" idx="12"/>
          </p:nvPr>
        </p:nvSpPr>
        <p:spPr>
          <a:xfrm>
            <a:off x="11067976" y="6419932"/>
            <a:ext cx="500000" cy="110800"/>
          </a:xfrm>
          <a:prstGeom prst="rect">
            <a:avLst/>
          </a:prstGeom>
          <a:noFill/>
          <a:ln>
            <a:noFill/>
          </a:ln>
        </p:spPr>
        <p:txBody>
          <a:bodyPr spcFirstLastPara="1" wrap="square" lIns="0" tIns="0" rIns="0" bIns="0" anchor="ctr" anchorCtr="0">
            <a:spAutoFit/>
          </a:bodyPr>
          <a:lstStyle>
            <a:lvl1pPr marL="0" lvl="0" indent="0" algn="r" rtl="0">
              <a:lnSpc>
                <a:spcPct val="90000"/>
              </a:lnSpc>
              <a:spcBef>
                <a:spcPts val="0"/>
              </a:spcBef>
              <a:spcAft>
                <a:spcPts val="0"/>
              </a:spcAft>
              <a:buClr>
                <a:schemeClr val="accent1"/>
              </a:buClr>
              <a:buSzPts val="600"/>
              <a:buFont typeface="Arial"/>
              <a:buNone/>
              <a:defRPr sz="800" b="0" i="0" u="none" strike="noStrike" cap="none">
                <a:solidFill>
                  <a:schemeClr val="accent1"/>
                </a:solidFill>
                <a:latin typeface="Arial"/>
                <a:ea typeface="Arial"/>
                <a:cs typeface="Arial"/>
                <a:sym typeface="Arial"/>
              </a:defRPr>
            </a:lvl1pPr>
            <a:lvl2pPr marL="0" lvl="1" indent="0" algn="r" rtl="0">
              <a:lnSpc>
                <a:spcPct val="90000"/>
              </a:lnSpc>
              <a:spcBef>
                <a:spcPts val="0"/>
              </a:spcBef>
              <a:spcAft>
                <a:spcPts val="0"/>
              </a:spcAft>
              <a:buClr>
                <a:schemeClr val="accent1"/>
              </a:buClr>
              <a:buSzPts val="600"/>
              <a:buFont typeface="Arial"/>
              <a:buNone/>
              <a:defRPr sz="800" b="0" i="0" u="none" strike="noStrike" cap="none">
                <a:solidFill>
                  <a:schemeClr val="accent1"/>
                </a:solidFill>
                <a:latin typeface="Arial"/>
                <a:ea typeface="Arial"/>
                <a:cs typeface="Arial"/>
                <a:sym typeface="Arial"/>
              </a:defRPr>
            </a:lvl2pPr>
            <a:lvl3pPr marL="0" lvl="2" indent="0" algn="r" rtl="0">
              <a:lnSpc>
                <a:spcPct val="90000"/>
              </a:lnSpc>
              <a:spcBef>
                <a:spcPts val="0"/>
              </a:spcBef>
              <a:spcAft>
                <a:spcPts val="0"/>
              </a:spcAft>
              <a:buClr>
                <a:schemeClr val="accent1"/>
              </a:buClr>
              <a:buSzPts val="600"/>
              <a:buFont typeface="Arial"/>
              <a:buNone/>
              <a:defRPr sz="800" b="0" i="0" u="none" strike="noStrike" cap="none">
                <a:solidFill>
                  <a:schemeClr val="accent1"/>
                </a:solidFill>
                <a:latin typeface="Arial"/>
                <a:ea typeface="Arial"/>
                <a:cs typeface="Arial"/>
                <a:sym typeface="Arial"/>
              </a:defRPr>
            </a:lvl3pPr>
            <a:lvl4pPr marL="0" lvl="3" indent="0" algn="r" rtl="0">
              <a:lnSpc>
                <a:spcPct val="90000"/>
              </a:lnSpc>
              <a:spcBef>
                <a:spcPts val="0"/>
              </a:spcBef>
              <a:spcAft>
                <a:spcPts val="0"/>
              </a:spcAft>
              <a:buClr>
                <a:schemeClr val="accent1"/>
              </a:buClr>
              <a:buSzPts val="600"/>
              <a:buFont typeface="Arial"/>
              <a:buNone/>
              <a:defRPr sz="800" b="0" i="0" u="none" strike="noStrike" cap="none">
                <a:solidFill>
                  <a:schemeClr val="accent1"/>
                </a:solidFill>
                <a:latin typeface="Arial"/>
                <a:ea typeface="Arial"/>
                <a:cs typeface="Arial"/>
                <a:sym typeface="Arial"/>
              </a:defRPr>
            </a:lvl4pPr>
            <a:lvl5pPr marL="0" lvl="4" indent="0" algn="r" rtl="0">
              <a:lnSpc>
                <a:spcPct val="90000"/>
              </a:lnSpc>
              <a:spcBef>
                <a:spcPts val="0"/>
              </a:spcBef>
              <a:spcAft>
                <a:spcPts val="0"/>
              </a:spcAft>
              <a:buClr>
                <a:schemeClr val="accent1"/>
              </a:buClr>
              <a:buSzPts val="600"/>
              <a:buFont typeface="Arial"/>
              <a:buNone/>
              <a:defRPr sz="800" b="0" i="0" u="none" strike="noStrike" cap="none">
                <a:solidFill>
                  <a:schemeClr val="accent1"/>
                </a:solidFill>
                <a:latin typeface="Arial"/>
                <a:ea typeface="Arial"/>
                <a:cs typeface="Arial"/>
                <a:sym typeface="Arial"/>
              </a:defRPr>
            </a:lvl5pPr>
            <a:lvl6pPr marL="0" lvl="5" indent="0" algn="r" rtl="0">
              <a:lnSpc>
                <a:spcPct val="90000"/>
              </a:lnSpc>
              <a:spcBef>
                <a:spcPts val="0"/>
              </a:spcBef>
              <a:spcAft>
                <a:spcPts val="0"/>
              </a:spcAft>
              <a:buClr>
                <a:schemeClr val="accent1"/>
              </a:buClr>
              <a:buSzPts val="600"/>
              <a:buFont typeface="Arial"/>
              <a:buNone/>
              <a:defRPr sz="800" b="0" i="0" u="none" strike="noStrike" cap="none">
                <a:solidFill>
                  <a:schemeClr val="accent1"/>
                </a:solidFill>
                <a:latin typeface="Arial"/>
                <a:ea typeface="Arial"/>
                <a:cs typeface="Arial"/>
                <a:sym typeface="Arial"/>
              </a:defRPr>
            </a:lvl6pPr>
            <a:lvl7pPr marL="0" lvl="6" indent="0" algn="r" rtl="0">
              <a:lnSpc>
                <a:spcPct val="90000"/>
              </a:lnSpc>
              <a:spcBef>
                <a:spcPts val="0"/>
              </a:spcBef>
              <a:spcAft>
                <a:spcPts val="0"/>
              </a:spcAft>
              <a:buClr>
                <a:schemeClr val="accent1"/>
              </a:buClr>
              <a:buSzPts val="600"/>
              <a:buFont typeface="Arial"/>
              <a:buNone/>
              <a:defRPr sz="800" b="0" i="0" u="none" strike="noStrike" cap="none">
                <a:solidFill>
                  <a:schemeClr val="accent1"/>
                </a:solidFill>
                <a:latin typeface="Arial"/>
                <a:ea typeface="Arial"/>
                <a:cs typeface="Arial"/>
                <a:sym typeface="Arial"/>
              </a:defRPr>
            </a:lvl7pPr>
            <a:lvl8pPr marL="0" lvl="7" indent="0" algn="r" rtl="0">
              <a:lnSpc>
                <a:spcPct val="90000"/>
              </a:lnSpc>
              <a:spcBef>
                <a:spcPts val="0"/>
              </a:spcBef>
              <a:spcAft>
                <a:spcPts val="0"/>
              </a:spcAft>
              <a:buClr>
                <a:schemeClr val="accent1"/>
              </a:buClr>
              <a:buSzPts val="600"/>
              <a:buFont typeface="Arial"/>
              <a:buNone/>
              <a:defRPr sz="800" b="0" i="0" u="none" strike="noStrike" cap="none">
                <a:solidFill>
                  <a:schemeClr val="accent1"/>
                </a:solidFill>
                <a:latin typeface="Arial"/>
                <a:ea typeface="Arial"/>
                <a:cs typeface="Arial"/>
                <a:sym typeface="Arial"/>
              </a:defRPr>
            </a:lvl8pPr>
            <a:lvl9pPr marL="0" lvl="8" indent="0" algn="r" rtl="0">
              <a:lnSpc>
                <a:spcPct val="90000"/>
              </a:lnSpc>
              <a:spcBef>
                <a:spcPts val="0"/>
              </a:spcBef>
              <a:spcAft>
                <a:spcPts val="0"/>
              </a:spcAft>
              <a:buClr>
                <a:schemeClr val="accent1"/>
              </a:buClr>
              <a:buSzPts val="600"/>
              <a:buFont typeface="Arial"/>
              <a:buNone/>
              <a:defRPr sz="800" b="0" i="0" u="none" strike="noStrike" cap="none">
                <a:solidFill>
                  <a:schemeClr val="accent1"/>
                </a:solidFill>
                <a:latin typeface="Arial"/>
                <a:ea typeface="Arial"/>
                <a:cs typeface="Arial"/>
                <a:sym typeface="Arial"/>
              </a:defRPr>
            </a:lvl9pPr>
          </a:lstStyle>
          <a:p>
            <a:r>
              <a:rPr lang="en-GB"/>
              <a:t>Page </a:t>
            </a:r>
            <a:fld id="{00000000-1234-1234-1234-123412341234}" type="slidenum">
              <a:rPr lang="en" smtClean="0"/>
              <a:pPr/>
              <a:t>‹#›</a:t>
            </a:fld>
            <a:endParaRPr/>
          </a:p>
        </p:txBody>
      </p:sp>
    </p:spTree>
    <p:extLst>
      <p:ext uri="{BB962C8B-B14F-4D97-AF65-F5344CB8AC3E}">
        <p14:creationId xmlns:p14="http://schemas.microsoft.com/office/powerpoint/2010/main" val="279565203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matchingName="Text - White" preserve="1">
  <p:cSld name="Text - White">
    <p:bg>
      <p:bgPr>
        <a:solidFill>
          <a:srgbClr val="FFFFFF"/>
        </a:solidFill>
        <a:effectLst/>
      </p:bgPr>
    </p:bg>
    <p:spTree>
      <p:nvGrpSpPr>
        <p:cNvPr id="1" name="Shape 10"/>
        <p:cNvGrpSpPr/>
        <p:nvPr/>
      </p:nvGrpSpPr>
      <p:grpSpPr>
        <a:xfrm>
          <a:off x="0" y="0"/>
          <a:ext cx="0" cy="0"/>
          <a:chOff x="0" y="0"/>
          <a:chExt cx="0" cy="0"/>
        </a:xfrm>
      </p:grpSpPr>
      <p:sp>
        <p:nvSpPr>
          <p:cNvPr id="11" name="Google Shape;11;p3"/>
          <p:cNvSpPr txBox="1">
            <a:spLocks noGrp="1"/>
          </p:cNvSpPr>
          <p:nvPr>
            <p:ph type="body" idx="1"/>
          </p:nvPr>
        </p:nvSpPr>
        <p:spPr>
          <a:xfrm>
            <a:off x="1009650" y="1953492"/>
            <a:ext cx="10146243" cy="4037979"/>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800"/>
              </a:spcBef>
              <a:spcAft>
                <a:spcPts val="0"/>
              </a:spcAft>
              <a:buClr>
                <a:srgbClr val="212133"/>
              </a:buClr>
              <a:buSzPts val="1200"/>
              <a:buChar char="•"/>
              <a:defRPr>
                <a:solidFill>
                  <a:srgbClr val="212133"/>
                </a:solidFill>
              </a:defRPr>
            </a:lvl1pPr>
            <a:lvl2pPr marL="914400" lvl="1" indent="-304800" algn="l">
              <a:lnSpc>
                <a:spcPct val="100000"/>
              </a:lnSpc>
              <a:spcBef>
                <a:spcPts val="800"/>
              </a:spcBef>
              <a:spcAft>
                <a:spcPts val="0"/>
              </a:spcAft>
              <a:buClr>
                <a:srgbClr val="212133"/>
              </a:buClr>
              <a:buSzPts val="1200"/>
              <a:buChar char="•"/>
              <a:defRPr>
                <a:solidFill>
                  <a:srgbClr val="212133"/>
                </a:solidFill>
              </a:defRPr>
            </a:lvl2pPr>
            <a:lvl3pPr marL="1371600" lvl="2" indent="-304800" algn="l">
              <a:lnSpc>
                <a:spcPct val="100000"/>
              </a:lnSpc>
              <a:spcBef>
                <a:spcPts val="800"/>
              </a:spcBef>
              <a:spcAft>
                <a:spcPts val="0"/>
              </a:spcAft>
              <a:buClr>
                <a:srgbClr val="212133"/>
              </a:buClr>
              <a:buSzPts val="1200"/>
              <a:buChar char="•"/>
              <a:defRPr>
                <a:solidFill>
                  <a:srgbClr val="212133"/>
                </a:solidFill>
              </a:defRPr>
            </a:lvl3pPr>
            <a:lvl4pPr marL="1828800" lvl="3" indent="-304800" algn="l">
              <a:lnSpc>
                <a:spcPct val="100000"/>
              </a:lnSpc>
              <a:spcBef>
                <a:spcPts val="800"/>
              </a:spcBef>
              <a:spcAft>
                <a:spcPts val="0"/>
              </a:spcAft>
              <a:buClr>
                <a:srgbClr val="212133"/>
              </a:buClr>
              <a:buSzPts val="1200"/>
              <a:buChar char="•"/>
              <a:defRPr>
                <a:solidFill>
                  <a:srgbClr val="212133"/>
                </a:solidFill>
              </a:defRPr>
            </a:lvl4pPr>
            <a:lvl5pPr marL="2286000" lvl="4" indent="-304800" algn="l">
              <a:lnSpc>
                <a:spcPct val="100000"/>
              </a:lnSpc>
              <a:spcBef>
                <a:spcPts val="800"/>
              </a:spcBef>
              <a:spcAft>
                <a:spcPts val="0"/>
              </a:spcAft>
              <a:buClr>
                <a:srgbClr val="212133"/>
              </a:buClr>
              <a:buSzPts val="1200"/>
              <a:buChar char="•"/>
              <a:defRPr>
                <a:solidFill>
                  <a:srgbClr val="212133"/>
                </a:solidFill>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pic>
        <p:nvPicPr>
          <p:cNvPr id="12" name="Google Shape;12;p3" descr="A picture containing text, sign, dark&#10;&#10;Description automatically generated"/>
          <p:cNvPicPr preferRelativeResize="0"/>
          <p:nvPr/>
        </p:nvPicPr>
        <p:blipFill rotWithShape="1">
          <a:blip r:embed="rId2">
            <a:alphaModFix/>
          </a:blip>
          <a:srcRect/>
          <a:stretch/>
        </p:blipFill>
        <p:spPr>
          <a:xfrm>
            <a:off x="280809" y="6408359"/>
            <a:ext cx="184803" cy="151802"/>
          </a:xfrm>
          <a:prstGeom prst="rect">
            <a:avLst/>
          </a:prstGeom>
          <a:noFill/>
          <a:ln>
            <a:noFill/>
          </a:ln>
        </p:spPr>
      </p:pic>
      <p:sp>
        <p:nvSpPr>
          <p:cNvPr id="13" name="Google Shape;13;p3"/>
          <p:cNvSpPr txBox="1">
            <a:spLocks noGrp="1"/>
          </p:cNvSpPr>
          <p:nvPr>
            <p:ph type="title"/>
          </p:nvPr>
        </p:nvSpPr>
        <p:spPr>
          <a:xfrm>
            <a:off x="1009651" y="1220245"/>
            <a:ext cx="10146242" cy="50329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212133"/>
              </a:buClr>
              <a:buSzPts val="2800"/>
              <a:buFont typeface="Poppins SemiBold"/>
              <a:buNone/>
              <a:defRPr sz="2800" b="1" i="0">
                <a:solidFill>
                  <a:srgbClr val="212133"/>
                </a:solidFill>
                <a:latin typeface="Poppins SemiBold"/>
                <a:ea typeface="Poppins SemiBold"/>
                <a:cs typeface="Poppins SemiBold"/>
                <a:sym typeface="Poppins SemiBold"/>
              </a:defRPr>
            </a:lvl1pPr>
            <a:lvl2pPr lvl="1" algn="l">
              <a:lnSpc>
                <a:spcPct val="100000"/>
              </a:lnSpc>
              <a:spcBef>
                <a:spcPts val="0"/>
              </a:spcBef>
              <a:spcAft>
                <a:spcPts val="0"/>
              </a:spcAft>
              <a:buClr>
                <a:srgbClr val="E4686D"/>
              </a:buClr>
              <a:buSzPts val="1800"/>
              <a:buNone/>
              <a:defRPr/>
            </a:lvl2pPr>
            <a:lvl3pPr lvl="2" algn="l">
              <a:lnSpc>
                <a:spcPct val="100000"/>
              </a:lnSpc>
              <a:spcBef>
                <a:spcPts val="0"/>
              </a:spcBef>
              <a:spcAft>
                <a:spcPts val="0"/>
              </a:spcAft>
              <a:buClr>
                <a:srgbClr val="E4686D"/>
              </a:buClr>
              <a:buSzPts val="1800"/>
              <a:buNone/>
              <a:defRPr/>
            </a:lvl3pPr>
            <a:lvl4pPr lvl="3" algn="l">
              <a:lnSpc>
                <a:spcPct val="100000"/>
              </a:lnSpc>
              <a:spcBef>
                <a:spcPts val="0"/>
              </a:spcBef>
              <a:spcAft>
                <a:spcPts val="0"/>
              </a:spcAft>
              <a:buClr>
                <a:srgbClr val="E4686D"/>
              </a:buClr>
              <a:buSzPts val="1800"/>
              <a:buNone/>
              <a:defRPr/>
            </a:lvl4pPr>
            <a:lvl5pPr lvl="4" algn="l">
              <a:lnSpc>
                <a:spcPct val="100000"/>
              </a:lnSpc>
              <a:spcBef>
                <a:spcPts val="0"/>
              </a:spcBef>
              <a:spcAft>
                <a:spcPts val="0"/>
              </a:spcAft>
              <a:buClr>
                <a:srgbClr val="E4686D"/>
              </a:buClr>
              <a:buSzPts val="1800"/>
              <a:buNone/>
              <a:defRPr/>
            </a:lvl5pPr>
            <a:lvl6pPr lvl="5" algn="l">
              <a:lnSpc>
                <a:spcPct val="100000"/>
              </a:lnSpc>
              <a:spcBef>
                <a:spcPts val="0"/>
              </a:spcBef>
              <a:spcAft>
                <a:spcPts val="0"/>
              </a:spcAft>
              <a:buClr>
                <a:srgbClr val="E4686D"/>
              </a:buClr>
              <a:buSzPts val="1800"/>
              <a:buNone/>
              <a:defRPr/>
            </a:lvl6pPr>
            <a:lvl7pPr lvl="6" algn="l">
              <a:lnSpc>
                <a:spcPct val="100000"/>
              </a:lnSpc>
              <a:spcBef>
                <a:spcPts val="0"/>
              </a:spcBef>
              <a:spcAft>
                <a:spcPts val="0"/>
              </a:spcAft>
              <a:buClr>
                <a:srgbClr val="E4686D"/>
              </a:buClr>
              <a:buSzPts val="1800"/>
              <a:buNone/>
              <a:defRPr/>
            </a:lvl7pPr>
            <a:lvl8pPr lvl="7" algn="l">
              <a:lnSpc>
                <a:spcPct val="100000"/>
              </a:lnSpc>
              <a:spcBef>
                <a:spcPts val="0"/>
              </a:spcBef>
              <a:spcAft>
                <a:spcPts val="0"/>
              </a:spcAft>
              <a:buClr>
                <a:srgbClr val="E4686D"/>
              </a:buClr>
              <a:buSzPts val="1800"/>
              <a:buNone/>
              <a:defRPr/>
            </a:lvl8pPr>
            <a:lvl9pPr lvl="8" algn="l">
              <a:lnSpc>
                <a:spcPct val="100000"/>
              </a:lnSpc>
              <a:spcBef>
                <a:spcPts val="0"/>
              </a:spcBef>
              <a:spcAft>
                <a:spcPts val="0"/>
              </a:spcAft>
              <a:buClr>
                <a:srgbClr val="E4686D"/>
              </a:buClr>
              <a:buSzPts val="1800"/>
              <a:buNone/>
              <a:defRPr/>
            </a:lvl9pPr>
          </a:lstStyle>
          <a:p>
            <a:r>
              <a:rPr lang="en-GB"/>
              <a:t>Click to edit Master title style</a:t>
            </a:r>
            <a:endParaRPr/>
          </a:p>
        </p:txBody>
      </p:sp>
      <p:sp>
        <p:nvSpPr>
          <p:cNvPr id="14" name="Google Shape;14;p3"/>
          <p:cNvSpPr txBox="1">
            <a:spLocks noGrp="1"/>
          </p:cNvSpPr>
          <p:nvPr>
            <p:ph type="body" idx="2"/>
          </p:nvPr>
        </p:nvSpPr>
        <p:spPr>
          <a:xfrm>
            <a:off x="1013572" y="869569"/>
            <a:ext cx="10136051" cy="140234"/>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rgbClr val="716CFF"/>
              </a:buClr>
              <a:buSzPts val="1050"/>
              <a:buNone/>
              <a:defRPr sz="1050" b="1" i="0">
                <a:solidFill>
                  <a:srgbClr val="716CFF"/>
                </a:solidFill>
                <a:latin typeface="Poppins ExtraBold"/>
                <a:ea typeface="Poppins ExtraBold"/>
                <a:cs typeface="Poppins ExtraBold"/>
                <a:sym typeface="Poppins ExtraBold"/>
              </a:defRPr>
            </a:lvl1pPr>
            <a:lvl2pPr marL="914400" lvl="1" indent="-342900" algn="l">
              <a:lnSpc>
                <a:spcPct val="114000"/>
              </a:lnSpc>
              <a:spcBef>
                <a:spcPts val="800"/>
              </a:spcBef>
              <a:spcAft>
                <a:spcPts val="0"/>
              </a:spcAft>
              <a:buClr>
                <a:schemeClr val="dk1"/>
              </a:buClr>
              <a:buSzPts val="1800"/>
              <a:buChar char="•"/>
              <a:defRPr/>
            </a:lvl2pPr>
            <a:lvl3pPr marL="1371600" lvl="2" indent="-342900" algn="l">
              <a:lnSpc>
                <a:spcPct val="114000"/>
              </a:lnSpc>
              <a:spcBef>
                <a:spcPts val="800"/>
              </a:spcBef>
              <a:spcAft>
                <a:spcPts val="0"/>
              </a:spcAft>
              <a:buClr>
                <a:schemeClr val="dk1"/>
              </a:buClr>
              <a:buSzPts val="1800"/>
              <a:buChar char="•"/>
              <a:defRPr/>
            </a:lvl3pPr>
            <a:lvl4pPr marL="1828800" lvl="3" indent="-342900" algn="l">
              <a:lnSpc>
                <a:spcPct val="114000"/>
              </a:lnSpc>
              <a:spcBef>
                <a:spcPts val="800"/>
              </a:spcBef>
              <a:spcAft>
                <a:spcPts val="0"/>
              </a:spcAft>
              <a:buClr>
                <a:schemeClr val="dk1"/>
              </a:buClr>
              <a:buSzPts val="1800"/>
              <a:buChar char="•"/>
              <a:defRPr/>
            </a:lvl4pPr>
            <a:lvl5pPr marL="2286000" lvl="4" indent="-342900" algn="l">
              <a:lnSpc>
                <a:spcPct val="114000"/>
              </a:lnSpc>
              <a:spcBef>
                <a:spcPts val="800"/>
              </a:spcBef>
              <a:spcAft>
                <a:spcPts val="0"/>
              </a:spcAft>
              <a:buClr>
                <a:schemeClr val="dk1"/>
              </a:buClr>
              <a:buSzPts val="1800"/>
              <a:buChar char="•"/>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
        <p:nvSpPr>
          <p:cNvPr id="15" name="Google Shape;15;p3"/>
          <p:cNvSpPr txBox="1">
            <a:spLocks noGrp="1"/>
          </p:cNvSpPr>
          <p:nvPr>
            <p:ph type="sldNum" idx="12"/>
          </p:nvPr>
        </p:nvSpPr>
        <p:spPr>
          <a:xfrm>
            <a:off x="11606336" y="6316927"/>
            <a:ext cx="370614" cy="334064"/>
          </a:xfrm>
          <a:prstGeom prst="rect">
            <a:avLst/>
          </a:prstGeom>
          <a:noFill/>
          <a:ln>
            <a:noFill/>
          </a:ln>
        </p:spPr>
        <p:txBody>
          <a:bodyPr spcFirstLastPara="1" wrap="square" lIns="91425" tIns="91425" rIns="91425" bIns="91425" anchor="ctr" anchorCtr="0">
            <a:spAutoFit/>
          </a:bodyPr>
          <a:lstStyle>
            <a:lvl1pPr marL="0" lvl="0" indent="0" algn="r">
              <a:lnSpc>
                <a:spcPct val="9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1pPr>
            <a:lvl2pPr marL="0" lvl="1" indent="0" algn="r">
              <a:lnSpc>
                <a:spcPct val="9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2pPr>
            <a:lvl3pPr marL="0" lvl="2" indent="0" algn="r">
              <a:lnSpc>
                <a:spcPct val="9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3pPr>
            <a:lvl4pPr marL="0" lvl="3" indent="0" algn="r">
              <a:lnSpc>
                <a:spcPct val="9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4pPr>
            <a:lvl5pPr marL="0" lvl="4" indent="0" algn="r">
              <a:lnSpc>
                <a:spcPct val="9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5pPr>
            <a:lvl6pPr marL="0" lvl="5" indent="0" algn="r">
              <a:lnSpc>
                <a:spcPct val="9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6pPr>
            <a:lvl7pPr marL="0" lvl="6" indent="0" algn="r">
              <a:lnSpc>
                <a:spcPct val="9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7pPr>
            <a:lvl8pPr marL="0" lvl="7" indent="0" algn="r">
              <a:lnSpc>
                <a:spcPct val="9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8pPr>
            <a:lvl9pPr marL="0" lvl="8" indent="0" algn="r">
              <a:lnSpc>
                <a:spcPct val="9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5623621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matchingName="Text - dark" preserve="1">
  <p:cSld name="Text - dark">
    <p:bg>
      <p:bgPr>
        <a:solidFill>
          <a:srgbClr val="212133"/>
        </a:solidFill>
        <a:effectLst/>
      </p:bgPr>
    </p:bg>
    <p:spTree>
      <p:nvGrpSpPr>
        <p:cNvPr id="1" name="Shape 124"/>
        <p:cNvGrpSpPr/>
        <p:nvPr/>
      </p:nvGrpSpPr>
      <p:grpSpPr>
        <a:xfrm>
          <a:off x="0" y="0"/>
          <a:ext cx="0" cy="0"/>
          <a:chOff x="0" y="0"/>
          <a:chExt cx="0" cy="0"/>
        </a:xfrm>
      </p:grpSpPr>
      <p:pic>
        <p:nvPicPr>
          <p:cNvPr id="125" name="Google Shape;125;g354d2721b49_1_398" descr="A black rectangular object with a black border&#10;&#10;Description automatically generated"/>
          <p:cNvPicPr preferRelativeResize="0"/>
          <p:nvPr/>
        </p:nvPicPr>
        <p:blipFill rotWithShape="1">
          <a:blip r:embed="rId2">
            <a:alphaModFix/>
          </a:blip>
          <a:srcRect/>
          <a:stretch/>
        </p:blipFill>
        <p:spPr>
          <a:xfrm>
            <a:off x="15239" y="8572"/>
            <a:ext cx="12176760" cy="6849427"/>
          </a:xfrm>
          <a:prstGeom prst="rect">
            <a:avLst/>
          </a:prstGeom>
          <a:noFill/>
          <a:ln>
            <a:noFill/>
          </a:ln>
        </p:spPr>
      </p:pic>
      <p:sp>
        <p:nvSpPr>
          <p:cNvPr id="126" name="Google Shape;126;g354d2721b49_1_398"/>
          <p:cNvSpPr txBox="1">
            <a:spLocks noGrp="1"/>
          </p:cNvSpPr>
          <p:nvPr>
            <p:ph type="body" idx="1"/>
          </p:nvPr>
        </p:nvSpPr>
        <p:spPr>
          <a:xfrm>
            <a:off x="623888" y="4654703"/>
            <a:ext cx="2505300" cy="8748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chemeClr val="lt2"/>
              </a:buClr>
              <a:buSzPts val="1200"/>
              <a:buNone/>
              <a:defRPr sz="1200">
                <a:solidFill>
                  <a:schemeClr val="lt2"/>
                </a:solidFill>
              </a:defRPr>
            </a:lvl1pPr>
            <a:lvl2pPr marL="914400" lvl="1" indent="-228600" algn="l">
              <a:lnSpc>
                <a:spcPct val="114000"/>
              </a:lnSpc>
              <a:spcBef>
                <a:spcPts val="800"/>
              </a:spcBef>
              <a:spcAft>
                <a:spcPts val="0"/>
              </a:spcAft>
              <a:buClr>
                <a:schemeClr val="lt2"/>
              </a:buClr>
              <a:buSzPts val="1200"/>
              <a:buNone/>
              <a:defRPr sz="1200">
                <a:solidFill>
                  <a:schemeClr val="lt2"/>
                </a:solidFill>
              </a:defRPr>
            </a:lvl2pPr>
            <a:lvl3pPr marL="1371600" lvl="2" indent="-228600" algn="l">
              <a:lnSpc>
                <a:spcPct val="114000"/>
              </a:lnSpc>
              <a:spcBef>
                <a:spcPts val="800"/>
              </a:spcBef>
              <a:spcAft>
                <a:spcPts val="0"/>
              </a:spcAft>
              <a:buClr>
                <a:schemeClr val="lt2"/>
              </a:buClr>
              <a:buSzPts val="1200"/>
              <a:buNone/>
              <a:defRPr sz="1200">
                <a:solidFill>
                  <a:schemeClr val="lt2"/>
                </a:solidFill>
              </a:defRPr>
            </a:lvl3pPr>
            <a:lvl4pPr marL="1828800" lvl="3" indent="-228600" algn="l">
              <a:lnSpc>
                <a:spcPct val="114000"/>
              </a:lnSpc>
              <a:spcBef>
                <a:spcPts val="800"/>
              </a:spcBef>
              <a:spcAft>
                <a:spcPts val="0"/>
              </a:spcAft>
              <a:buClr>
                <a:schemeClr val="lt2"/>
              </a:buClr>
              <a:buSzPts val="1200"/>
              <a:buNone/>
              <a:defRPr sz="1200">
                <a:solidFill>
                  <a:schemeClr val="lt2"/>
                </a:solidFill>
              </a:defRPr>
            </a:lvl4pPr>
            <a:lvl5pPr marL="2286000" lvl="4" indent="-228600" algn="l">
              <a:lnSpc>
                <a:spcPct val="114000"/>
              </a:lnSpc>
              <a:spcBef>
                <a:spcPts val="800"/>
              </a:spcBef>
              <a:spcAft>
                <a:spcPts val="0"/>
              </a:spcAft>
              <a:buClr>
                <a:schemeClr val="lt2"/>
              </a:buClr>
              <a:buSzPts val="1200"/>
              <a:buNone/>
              <a:defRPr sz="1200">
                <a:solidFill>
                  <a:schemeClr val="lt2"/>
                </a:solidFill>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
        <p:nvSpPr>
          <p:cNvPr id="127" name="Google Shape;127;g354d2721b49_1_398"/>
          <p:cNvSpPr txBox="1">
            <a:spLocks noGrp="1"/>
          </p:cNvSpPr>
          <p:nvPr>
            <p:ph type="sldNum" idx="12"/>
          </p:nvPr>
        </p:nvSpPr>
        <p:spPr>
          <a:xfrm>
            <a:off x="11067976" y="6419930"/>
            <a:ext cx="500100" cy="110700"/>
          </a:xfrm>
          <a:prstGeom prst="rect">
            <a:avLst/>
          </a:prstGeom>
          <a:noFill/>
          <a:ln>
            <a:noFill/>
          </a:ln>
        </p:spPr>
        <p:txBody>
          <a:bodyPr spcFirstLastPara="1" wrap="square" lIns="0" tIns="0" rIns="0" bIns="0" anchor="ctr" anchorCtr="0">
            <a:spAutoFit/>
          </a:bodyPr>
          <a:lstStyle>
            <a:lvl1pPr marL="0" marR="0" lvl="0"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1pPr>
            <a:lvl2pPr marL="0" marR="0" lvl="1"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2pPr>
            <a:lvl3pPr marL="0" marR="0" lvl="2"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3pPr>
            <a:lvl4pPr marL="0" marR="0" lvl="3"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4pPr>
            <a:lvl5pPr marL="0" marR="0" lvl="4"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5pPr>
            <a:lvl6pPr marL="0" marR="0" lvl="5"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6pPr>
            <a:lvl7pPr marL="0" marR="0" lvl="6"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7pPr>
            <a:lvl8pPr marL="0" marR="0" lvl="7"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8pPr>
            <a:lvl9pPr marL="0" marR="0" lvl="8" indent="0" algn="r">
              <a:lnSpc>
                <a:spcPct val="90000"/>
              </a:lnSpc>
              <a:spcBef>
                <a:spcPts val="0"/>
              </a:spcBef>
              <a:spcAft>
                <a:spcPts val="0"/>
              </a:spcAft>
              <a:buClr>
                <a:schemeClr val="lt1"/>
              </a:buClr>
              <a:buSzPts val="800"/>
              <a:buFont typeface="Arial"/>
              <a:buNone/>
              <a:defRPr sz="800" b="0" i="0" u="none" strike="noStrike" cap="none">
                <a:solidFill>
                  <a:schemeClr val="lt1"/>
                </a:solidFill>
                <a:latin typeface="Arial"/>
                <a:ea typeface="Arial"/>
                <a:cs typeface="Arial"/>
                <a:sym typeface="Arial"/>
              </a:defRPr>
            </a:lvl9pPr>
          </a:lstStyle>
          <a:p>
            <a:pPr marL="0" marR="0" lvl="0" indent="0" algn="r" defTabSz="914400" rtl="0" eaLnBrk="1" fontAlgn="auto" latinLnBrk="0" hangingPunct="1">
              <a:lnSpc>
                <a:spcPct val="90000"/>
              </a:lnSpc>
              <a:spcBef>
                <a:spcPts val="0"/>
              </a:spcBef>
              <a:spcAft>
                <a:spcPts val="0"/>
              </a:spcAft>
              <a:buClr>
                <a:srgbClr val="FFFFFF"/>
              </a:buClr>
              <a:buSzPts val="8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Page </a:t>
            </a:r>
            <a:fld id="{00000000-1234-1234-1234-123412341234}" type="slidenum">
              <a:rPr kumimoji="0" lang="en-US" sz="800" b="0" i="0" u="none" strike="noStrike" kern="0" cap="none" spc="0" normalizeH="0" baseline="0" noProof="0">
                <a:ln>
                  <a:noFill/>
                </a:ln>
                <a:solidFill>
                  <a:srgbClr val="FFFFFF"/>
                </a:solidFill>
                <a:effectLst/>
                <a:uLnTx/>
                <a:uFillTx/>
                <a:latin typeface="Arial"/>
                <a:cs typeface="Arial"/>
                <a:sym typeface="Arial"/>
              </a:rPr>
              <a:pPr marL="0" marR="0" lvl="0" indent="0" algn="r" defTabSz="914400" rtl="0" eaLnBrk="1" fontAlgn="auto" latinLnBrk="0" hangingPunct="1">
                <a:lnSpc>
                  <a:spcPct val="90000"/>
                </a:lnSpc>
                <a:spcBef>
                  <a:spcPts val="0"/>
                </a:spcBef>
                <a:spcAft>
                  <a:spcPts val="0"/>
                </a:spcAft>
                <a:buClr>
                  <a:srgbClr val="FFFFFF"/>
                </a:buClr>
                <a:buSzPts val="800"/>
                <a:buFont typeface="Arial"/>
                <a:buNone/>
                <a:tabLst/>
                <a:defRPr/>
              </a:pPr>
              <a:t>‹#›</a:t>
            </a:fld>
            <a:endParaRPr kumimoji="0" sz="800" b="0" i="0" u="none" strike="noStrike" kern="0" cap="none" spc="0" normalizeH="0" baseline="0" noProof="0">
              <a:ln>
                <a:noFill/>
              </a:ln>
              <a:solidFill>
                <a:srgbClr val="FFFFFF"/>
              </a:solidFill>
              <a:effectLst/>
              <a:uLnTx/>
              <a:uFillTx/>
              <a:latin typeface="Arial"/>
              <a:cs typeface="Arial"/>
              <a:sym typeface="Arial"/>
            </a:endParaRPr>
          </a:p>
        </p:txBody>
      </p:sp>
      <p:sp>
        <p:nvSpPr>
          <p:cNvPr id="128" name="Google Shape;128;g354d2721b49_1_398"/>
          <p:cNvSpPr txBox="1">
            <a:spLocks noGrp="1"/>
          </p:cNvSpPr>
          <p:nvPr>
            <p:ph type="title"/>
          </p:nvPr>
        </p:nvSpPr>
        <p:spPr>
          <a:xfrm>
            <a:off x="623888" y="1207982"/>
            <a:ext cx="4105800" cy="21183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Arial"/>
              <a:buNone/>
              <a:defRPr sz="3600" b="0" i="0">
                <a:solidFill>
                  <a:schemeClr val="lt1"/>
                </a:solidFill>
                <a:latin typeface="Arial"/>
                <a:ea typeface="Arial"/>
                <a:cs typeface="Arial"/>
                <a:sym typeface="Arial"/>
              </a:defRPr>
            </a:lvl1pPr>
            <a:lvl2pPr lvl="1" algn="l">
              <a:lnSpc>
                <a:spcPct val="100000"/>
              </a:lnSpc>
              <a:spcBef>
                <a:spcPts val="0"/>
              </a:spcBef>
              <a:spcAft>
                <a:spcPts val="0"/>
              </a:spcAft>
              <a:buClr>
                <a:srgbClr val="FDFFF3"/>
              </a:buClr>
              <a:buSzPts val="1800"/>
              <a:buNone/>
              <a:defRPr/>
            </a:lvl2pPr>
            <a:lvl3pPr lvl="2" algn="l">
              <a:lnSpc>
                <a:spcPct val="100000"/>
              </a:lnSpc>
              <a:spcBef>
                <a:spcPts val="0"/>
              </a:spcBef>
              <a:spcAft>
                <a:spcPts val="0"/>
              </a:spcAft>
              <a:buClr>
                <a:srgbClr val="FDFFF3"/>
              </a:buClr>
              <a:buSzPts val="1800"/>
              <a:buNone/>
              <a:defRPr/>
            </a:lvl3pPr>
            <a:lvl4pPr lvl="3" algn="l">
              <a:lnSpc>
                <a:spcPct val="100000"/>
              </a:lnSpc>
              <a:spcBef>
                <a:spcPts val="0"/>
              </a:spcBef>
              <a:spcAft>
                <a:spcPts val="0"/>
              </a:spcAft>
              <a:buClr>
                <a:srgbClr val="FDFFF3"/>
              </a:buClr>
              <a:buSzPts val="1800"/>
              <a:buNone/>
              <a:defRPr/>
            </a:lvl4pPr>
            <a:lvl5pPr lvl="4" algn="l">
              <a:lnSpc>
                <a:spcPct val="100000"/>
              </a:lnSpc>
              <a:spcBef>
                <a:spcPts val="0"/>
              </a:spcBef>
              <a:spcAft>
                <a:spcPts val="0"/>
              </a:spcAft>
              <a:buClr>
                <a:srgbClr val="FDFFF3"/>
              </a:buClr>
              <a:buSzPts val="1800"/>
              <a:buNone/>
              <a:defRPr/>
            </a:lvl5pPr>
            <a:lvl6pPr lvl="5" algn="l">
              <a:lnSpc>
                <a:spcPct val="100000"/>
              </a:lnSpc>
              <a:spcBef>
                <a:spcPts val="0"/>
              </a:spcBef>
              <a:spcAft>
                <a:spcPts val="0"/>
              </a:spcAft>
              <a:buClr>
                <a:srgbClr val="FDFFF3"/>
              </a:buClr>
              <a:buSzPts val="1800"/>
              <a:buNone/>
              <a:defRPr/>
            </a:lvl6pPr>
            <a:lvl7pPr lvl="6" algn="l">
              <a:lnSpc>
                <a:spcPct val="100000"/>
              </a:lnSpc>
              <a:spcBef>
                <a:spcPts val="0"/>
              </a:spcBef>
              <a:spcAft>
                <a:spcPts val="0"/>
              </a:spcAft>
              <a:buClr>
                <a:srgbClr val="FDFFF3"/>
              </a:buClr>
              <a:buSzPts val="1800"/>
              <a:buNone/>
              <a:defRPr/>
            </a:lvl7pPr>
            <a:lvl8pPr lvl="7" algn="l">
              <a:lnSpc>
                <a:spcPct val="100000"/>
              </a:lnSpc>
              <a:spcBef>
                <a:spcPts val="0"/>
              </a:spcBef>
              <a:spcAft>
                <a:spcPts val="0"/>
              </a:spcAft>
              <a:buClr>
                <a:srgbClr val="FDFFF3"/>
              </a:buClr>
              <a:buSzPts val="1800"/>
              <a:buNone/>
              <a:defRPr/>
            </a:lvl8pPr>
            <a:lvl9pPr lvl="8" algn="l">
              <a:lnSpc>
                <a:spcPct val="100000"/>
              </a:lnSpc>
              <a:spcBef>
                <a:spcPts val="0"/>
              </a:spcBef>
              <a:spcAft>
                <a:spcPts val="0"/>
              </a:spcAft>
              <a:buClr>
                <a:srgbClr val="FDFFF3"/>
              </a:buClr>
              <a:buSzPts val="1800"/>
              <a:buNone/>
              <a:defRPr/>
            </a:lvl9pPr>
          </a:lstStyle>
          <a:p>
            <a:r>
              <a:rPr lang="en-GB"/>
              <a:t>Click to edit Master title style</a:t>
            </a:r>
            <a:endParaRPr/>
          </a:p>
        </p:txBody>
      </p:sp>
      <p:sp>
        <p:nvSpPr>
          <p:cNvPr id="129" name="Google Shape;129;g354d2721b49_1_398"/>
          <p:cNvSpPr txBox="1">
            <a:spLocks noGrp="1"/>
          </p:cNvSpPr>
          <p:nvPr>
            <p:ph type="body" idx="2"/>
          </p:nvPr>
        </p:nvSpPr>
        <p:spPr>
          <a:xfrm>
            <a:off x="623888" y="341907"/>
            <a:ext cx="1429200" cy="2448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chemeClr val="dk2"/>
              </a:buClr>
              <a:buSzPts val="800"/>
              <a:buNone/>
              <a:defRPr sz="800">
                <a:solidFill>
                  <a:schemeClr val="dk2"/>
                </a:solidFill>
              </a:defRPr>
            </a:lvl1pPr>
            <a:lvl2pPr marL="914400" lvl="1" indent="-342900" algn="l">
              <a:lnSpc>
                <a:spcPct val="114000"/>
              </a:lnSpc>
              <a:spcBef>
                <a:spcPts val="800"/>
              </a:spcBef>
              <a:spcAft>
                <a:spcPts val="0"/>
              </a:spcAft>
              <a:buClr>
                <a:schemeClr val="dk1"/>
              </a:buClr>
              <a:buSzPts val="1800"/>
              <a:buChar char="•"/>
              <a:defRPr/>
            </a:lvl2pPr>
            <a:lvl3pPr marL="1371600" lvl="2" indent="-342900" algn="l">
              <a:lnSpc>
                <a:spcPct val="114000"/>
              </a:lnSpc>
              <a:spcBef>
                <a:spcPts val="800"/>
              </a:spcBef>
              <a:spcAft>
                <a:spcPts val="0"/>
              </a:spcAft>
              <a:buClr>
                <a:schemeClr val="dk1"/>
              </a:buClr>
              <a:buSzPts val="1800"/>
              <a:buChar char="•"/>
              <a:defRPr/>
            </a:lvl3pPr>
            <a:lvl4pPr marL="1828800" lvl="3" indent="-342900" algn="l">
              <a:lnSpc>
                <a:spcPct val="114000"/>
              </a:lnSpc>
              <a:spcBef>
                <a:spcPts val="800"/>
              </a:spcBef>
              <a:spcAft>
                <a:spcPts val="0"/>
              </a:spcAft>
              <a:buClr>
                <a:schemeClr val="dk1"/>
              </a:buClr>
              <a:buSzPts val="1800"/>
              <a:buChar char="•"/>
              <a:defRPr/>
            </a:lvl4pPr>
            <a:lvl5pPr marL="2286000" lvl="4" indent="-342900" algn="l">
              <a:lnSpc>
                <a:spcPct val="114000"/>
              </a:lnSpc>
              <a:spcBef>
                <a:spcPts val="800"/>
              </a:spcBef>
              <a:spcAft>
                <a:spcPts val="0"/>
              </a:spcAft>
              <a:buClr>
                <a:schemeClr val="dk1"/>
              </a:buClr>
              <a:buSzPts val="1800"/>
              <a:buChar char="•"/>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
        <p:nvSpPr>
          <p:cNvPr id="130" name="Google Shape;130;g354d2721b49_1_398"/>
          <p:cNvSpPr txBox="1">
            <a:spLocks noGrp="1"/>
          </p:cNvSpPr>
          <p:nvPr>
            <p:ph type="body" idx="3"/>
          </p:nvPr>
        </p:nvSpPr>
        <p:spPr>
          <a:xfrm>
            <a:off x="2480400" y="341907"/>
            <a:ext cx="2876700" cy="244800"/>
          </a:xfrm>
          <a:prstGeom prst="rect">
            <a:avLst/>
          </a:prstGeom>
          <a:noFill/>
          <a:ln>
            <a:noFill/>
          </a:ln>
        </p:spPr>
        <p:txBody>
          <a:bodyPr spcFirstLastPara="1" wrap="square" lIns="0" tIns="0" rIns="0" bIns="0" anchor="t" anchorCtr="0">
            <a:noAutofit/>
          </a:bodyPr>
          <a:lstStyle>
            <a:lvl1pPr marL="457200" lvl="0" indent="-228600" algn="l">
              <a:lnSpc>
                <a:spcPct val="114000"/>
              </a:lnSpc>
              <a:spcBef>
                <a:spcPts val="800"/>
              </a:spcBef>
              <a:spcAft>
                <a:spcPts val="0"/>
              </a:spcAft>
              <a:buClr>
                <a:schemeClr val="lt1"/>
              </a:buClr>
              <a:buSzPts val="800"/>
              <a:buNone/>
              <a:defRPr sz="800">
                <a:solidFill>
                  <a:schemeClr val="lt1"/>
                </a:solidFill>
              </a:defRPr>
            </a:lvl1pPr>
            <a:lvl2pPr marL="914400" lvl="1" indent="-342900" algn="l">
              <a:lnSpc>
                <a:spcPct val="114000"/>
              </a:lnSpc>
              <a:spcBef>
                <a:spcPts val="800"/>
              </a:spcBef>
              <a:spcAft>
                <a:spcPts val="0"/>
              </a:spcAft>
              <a:buClr>
                <a:schemeClr val="dk1"/>
              </a:buClr>
              <a:buSzPts val="1800"/>
              <a:buChar char="•"/>
              <a:defRPr/>
            </a:lvl2pPr>
            <a:lvl3pPr marL="1371600" lvl="2" indent="-342900" algn="l">
              <a:lnSpc>
                <a:spcPct val="114000"/>
              </a:lnSpc>
              <a:spcBef>
                <a:spcPts val="800"/>
              </a:spcBef>
              <a:spcAft>
                <a:spcPts val="0"/>
              </a:spcAft>
              <a:buClr>
                <a:schemeClr val="dk1"/>
              </a:buClr>
              <a:buSzPts val="1800"/>
              <a:buChar char="•"/>
              <a:defRPr/>
            </a:lvl3pPr>
            <a:lvl4pPr marL="1828800" lvl="3" indent="-342900" algn="l">
              <a:lnSpc>
                <a:spcPct val="114000"/>
              </a:lnSpc>
              <a:spcBef>
                <a:spcPts val="800"/>
              </a:spcBef>
              <a:spcAft>
                <a:spcPts val="0"/>
              </a:spcAft>
              <a:buClr>
                <a:schemeClr val="dk1"/>
              </a:buClr>
              <a:buSzPts val="1800"/>
              <a:buChar char="•"/>
              <a:defRPr/>
            </a:lvl4pPr>
            <a:lvl5pPr marL="2286000" lvl="4" indent="-342900" algn="l">
              <a:lnSpc>
                <a:spcPct val="114000"/>
              </a:lnSpc>
              <a:spcBef>
                <a:spcPts val="800"/>
              </a:spcBef>
              <a:spcAft>
                <a:spcPts val="0"/>
              </a:spcAft>
              <a:buClr>
                <a:schemeClr val="dk1"/>
              </a:buClr>
              <a:buSzPts val="1800"/>
              <a:buChar char="•"/>
              <a:defRPr/>
            </a:lvl5pPr>
            <a:lvl6pPr marL="2743200" lvl="5" indent="-342900" algn="just">
              <a:lnSpc>
                <a:spcPct val="90000"/>
              </a:lnSpc>
              <a:spcBef>
                <a:spcPts val="800"/>
              </a:spcBef>
              <a:spcAft>
                <a:spcPts val="0"/>
              </a:spcAft>
              <a:buClr>
                <a:schemeClr val="accent5"/>
              </a:buClr>
              <a:buSzPts val="1800"/>
              <a:buChar char="•"/>
              <a:defRPr/>
            </a:lvl6pPr>
            <a:lvl7pPr marL="3200400" lvl="6" indent="-342900" algn="just">
              <a:lnSpc>
                <a:spcPct val="90000"/>
              </a:lnSpc>
              <a:spcBef>
                <a:spcPts val="800"/>
              </a:spcBef>
              <a:spcAft>
                <a:spcPts val="0"/>
              </a:spcAft>
              <a:buClr>
                <a:schemeClr val="accent5"/>
              </a:buClr>
              <a:buSzPts val="1800"/>
              <a:buChar char="•"/>
              <a:defRPr/>
            </a:lvl7pPr>
            <a:lvl8pPr marL="3657600" lvl="7" indent="-342900" algn="just">
              <a:lnSpc>
                <a:spcPct val="90000"/>
              </a:lnSpc>
              <a:spcBef>
                <a:spcPts val="800"/>
              </a:spcBef>
              <a:spcAft>
                <a:spcPts val="0"/>
              </a:spcAft>
              <a:buClr>
                <a:schemeClr val="accent5"/>
              </a:buClr>
              <a:buSzPts val="1800"/>
              <a:buChar char="•"/>
              <a:defRPr/>
            </a:lvl8pPr>
            <a:lvl9pPr marL="4114800" lvl="8" indent="-342900" algn="just">
              <a:lnSpc>
                <a:spcPct val="90000"/>
              </a:lnSpc>
              <a:spcBef>
                <a:spcPts val="800"/>
              </a:spcBef>
              <a:spcAft>
                <a:spcPts val="0"/>
              </a:spcAft>
              <a:buClr>
                <a:schemeClr val="accent5"/>
              </a:buClr>
              <a:buSzPts val="1800"/>
              <a:buChar char="•"/>
              <a:defRPr/>
            </a:lvl9pPr>
          </a:lstStyle>
          <a:p>
            <a:pPr lvl="0"/>
            <a:r>
              <a:rPr lang="en-GB"/>
              <a:t>Click to edit Master text styles</a:t>
            </a:r>
          </a:p>
        </p:txBody>
      </p:sp>
    </p:spTree>
    <p:extLst>
      <p:ext uri="{BB962C8B-B14F-4D97-AF65-F5344CB8AC3E}">
        <p14:creationId xmlns:p14="http://schemas.microsoft.com/office/powerpoint/2010/main" val="11938532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93">
          <p15:clr>
            <a:srgbClr val="FBAE40"/>
          </p15:clr>
        </p15:guide>
        <p15:guide id="4" pos="728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theme" Target="../theme/theme2.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5" Type="http://schemas.openxmlformats.org/officeDocument/2006/relationships/theme" Target="../theme/theme3.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theme" Target="../theme/theme4.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18" Type="http://schemas.openxmlformats.org/officeDocument/2006/relationships/slideLayout" Target="../slideLayouts/slideLayout88.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slideLayout" Target="../slideLayouts/slideLayout87.xml"/><Relationship Id="rId2" Type="http://schemas.openxmlformats.org/officeDocument/2006/relationships/slideLayout" Target="../slideLayouts/slideLayout72.xml"/><Relationship Id="rId16" Type="http://schemas.openxmlformats.org/officeDocument/2006/relationships/slideLayout" Target="../slideLayouts/slideLayout86.xml"/><Relationship Id="rId20" Type="http://schemas.openxmlformats.org/officeDocument/2006/relationships/theme" Target="../theme/theme5.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10" Type="http://schemas.openxmlformats.org/officeDocument/2006/relationships/slideLayout" Target="../slideLayouts/slideLayout80.xml"/><Relationship Id="rId19" Type="http://schemas.openxmlformats.org/officeDocument/2006/relationships/slideLayout" Target="../slideLayouts/slideLayout89.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theme" Target="../theme/theme6.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609600" y="92075"/>
            <a:ext cx="10972800" cy="1508126"/>
          </a:xfrm>
          <a:prstGeom prst="rect">
            <a:avLst/>
          </a:prstGeom>
          <a:ln w="254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ormAutofit/>
          </a:bodyPr>
          <a:lstStyle/>
          <a:p>
            <a:r>
              <a:t>Title Text</a:t>
            </a:r>
          </a:p>
        </p:txBody>
      </p:sp>
      <p:sp>
        <p:nvSpPr>
          <p:cNvPr id="4" name="Body Level One…"/>
          <p:cNvSpPr txBox="1">
            <a:spLocks noGrp="1"/>
          </p:cNvSpPr>
          <p:nvPr>
            <p:ph type="body" idx="1"/>
          </p:nvPr>
        </p:nvSpPr>
        <p:spPr>
          <a:xfrm>
            <a:off x="609600" y="1600200"/>
            <a:ext cx="10972800" cy="5257800"/>
          </a:xfrm>
          <a:prstGeom prst="rect">
            <a:avLst/>
          </a:prstGeom>
          <a:ln w="254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9966678" y="6178610"/>
            <a:ext cx="386644" cy="355480"/>
          </a:xfrm>
          <a:prstGeom prst="rect">
            <a:avLst/>
          </a:prstGeom>
          <a:ln w="25400">
            <a:miter lim="400000"/>
          </a:ln>
        </p:spPr>
        <p:txBody>
          <a:bodyPr wrap="none" tIns="91439" bIns="91439" anchor="ctr">
            <a:spAutoFit/>
          </a:bodyPr>
          <a:lstStyle>
            <a:lvl1pPr algn="just">
              <a:lnSpc>
                <a:spcPct val="90000"/>
              </a:lnSpc>
              <a:spcBef>
                <a:spcPts val="800"/>
              </a:spcBef>
              <a:defRPr sz="1200">
                <a:solidFill>
                  <a:schemeClr val="bg1"/>
                </a:solidFill>
                <a:latin typeface="Poppins Light"/>
                <a:ea typeface="Poppins Light"/>
                <a:cs typeface="Poppins Light"/>
                <a:sym typeface="Poppins Light"/>
              </a:defRPr>
            </a:lvl1pPr>
          </a:lstStyle>
          <a:p>
            <a:fld id="{FDA686B4-C825-F04D-834E-959624A1D404}" type="slidenum">
              <a:rPr lang="en-US" smtClean="0"/>
              <a:t>‹#›</a:t>
            </a:fld>
            <a:endParaRPr lang="en-US"/>
          </a:p>
        </p:txBody>
      </p:sp>
    </p:spTree>
    <p:extLst>
      <p:ext uri="{BB962C8B-B14F-4D97-AF65-F5344CB8AC3E}">
        <p14:creationId xmlns:p14="http://schemas.microsoft.com/office/powerpoint/2010/main" val="3244982991"/>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Lst>
  <p:transition spd="med"/>
  <p:txStyles>
    <p:titleStyle>
      <a:lvl1pPr marL="0" marR="0" indent="0" algn="l" defTabSz="914400" rtl="0" eaLnBrk="1" latinLnBrk="0" hangingPunct="1">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p:titleStyle>
    <p:bodyStyle>
      <a:lvl1pPr marL="97971" marR="0" indent="-97971"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p:bodyStyle>
    <p:otherStyle>
      <a:lvl1pPr marL="0" marR="0" indent="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1pPr>
      <a:lvl2pPr marL="0" marR="0" indent="228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2pPr>
      <a:lvl3pPr marL="0" marR="0" indent="457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3pPr>
      <a:lvl4pPr marL="0" marR="0" indent="685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4pPr>
      <a:lvl5pPr marL="0" marR="0" indent="9144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5pPr>
      <a:lvl6pPr marL="0" marR="0" indent="11430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6pPr>
      <a:lvl7pPr marL="0" marR="0" indent="1371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7pPr>
      <a:lvl8pPr marL="0" marR="0" indent="1600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8pPr>
      <a:lvl9pPr marL="0" marR="0" indent="1828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609600" y="92075"/>
            <a:ext cx="10972800" cy="1508126"/>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p>
            <a:r>
              <a:t>Title Text</a:t>
            </a:r>
          </a:p>
        </p:txBody>
      </p:sp>
      <p:sp>
        <p:nvSpPr>
          <p:cNvPr id="4" name="Body Level One…"/>
          <p:cNvSpPr txBox="1">
            <a:spLocks noGrp="1"/>
          </p:cNvSpPr>
          <p:nvPr>
            <p:ph type="body" idx="1"/>
          </p:nvPr>
        </p:nvSpPr>
        <p:spPr>
          <a:xfrm>
            <a:off x="609600" y="1600200"/>
            <a:ext cx="10972800" cy="5257800"/>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9928206" y="6180918"/>
            <a:ext cx="463588" cy="350863"/>
          </a:xfrm>
          <a:prstGeom prst="rect">
            <a:avLst/>
          </a:prstGeom>
          <a:ln w="25400">
            <a:miter lim="400000"/>
          </a:ln>
        </p:spPr>
        <p:txBody>
          <a:bodyPr wrap="none" tIns="91439" bIns="91439" anchor="ctr">
            <a:spAutoFit/>
          </a:bodyPr>
          <a:lstStyle>
            <a:lvl1pPr algn="just">
              <a:lnSpc>
                <a:spcPct val="90000"/>
              </a:lnSpc>
              <a:spcBef>
                <a:spcPts val="800"/>
              </a:spcBef>
              <a:defRPr sz="1200" b="0" i="0">
                <a:solidFill>
                  <a:schemeClr val="bg1"/>
                </a:solidFill>
                <a:latin typeface="Basis Grotesque Mono Pro Medium" panose="020B0509050301040203" pitchFamily="49" charset="0"/>
                <a:ea typeface="Basis Grotesque Mono Pro Medium" panose="020B0509050301040203" pitchFamily="49" charset="0"/>
                <a:cs typeface="Poppins Light"/>
                <a:sym typeface="Poppins Light"/>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1737958446"/>
      </p:ext>
    </p:extLst>
  </p:cSld>
  <p:clrMap bg1="dk1" tx1="lt1" bg2="dk2" tx2="lt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800" r:id="rId21"/>
    <p:sldLayoutId id="2147483801" r:id="rId22"/>
  </p:sldLayoutIdLst>
  <p:transition spd="med"/>
  <p:hf hdr="0" ftr="0" dt="0"/>
  <p:txStyles>
    <p:titleStyle>
      <a:lvl1pPr marL="0" marR="0" indent="0" algn="l" defTabSz="914400" rtl="0" eaLnBrk="1" latinLnBrk="0" hangingPunct="1">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p:titleStyle>
    <p:bodyStyle>
      <a:lvl1pPr marL="97971" marR="0" indent="-97971"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p:bodyStyle>
    <p:otherStyle>
      <a:lvl1pPr marL="0" marR="0" indent="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1pPr>
      <a:lvl2pPr marL="0" marR="0" indent="228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2pPr>
      <a:lvl3pPr marL="0" marR="0" indent="457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3pPr>
      <a:lvl4pPr marL="0" marR="0" indent="685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4pPr>
      <a:lvl5pPr marL="0" marR="0" indent="9144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5pPr>
      <a:lvl6pPr marL="0" marR="0" indent="11430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6pPr>
      <a:lvl7pPr marL="0" marR="0" indent="1371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7pPr>
      <a:lvl8pPr marL="0" marR="0" indent="1600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8pPr>
      <a:lvl9pPr marL="0" marR="0" indent="1828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609600" y="92075"/>
            <a:ext cx="10972800" cy="1508126"/>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p>
            <a:r>
              <a:t>Title Text</a:t>
            </a:r>
          </a:p>
        </p:txBody>
      </p:sp>
      <p:sp>
        <p:nvSpPr>
          <p:cNvPr id="4" name="Body Level One…"/>
          <p:cNvSpPr txBox="1">
            <a:spLocks noGrp="1"/>
          </p:cNvSpPr>
          <p:nvPr>
            <p:ph type="body" idx="1"/>
          </p:nvPr>
        </p:nvSpPr>
        <p:spPr>
          <a:xfrm>
            <a:off x="609600" y="1600200"/>
            <a:ext cx="10972800" cy="5257800"/>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9966678" y="6178610"/>
            <a:ext cx="386644" cy="355480"/>
          </a:xfrm>
          <a:prstGeom prst="rect">
            <a:avLst/>
          </a:prstGeom>
          <a:ln w="25400">
            <a:miter lim="400000"/>
          </a:ln>
        </p:spPr>
        <p:txBody>
          <a:bodyPr wrap="none" tIns="91439" bIns="91439" anchor="ctr">
            <a:spAutoFit/>
          </a:bodyPr>
          <a:lstStyle>
            <a:lvl1pPr algn="just">
              <a:lnSpc>
                <a:spcPct val="90000"/>
              </a:lnSpc>
              <a:spcBef>
                <a:spcPts val="800"/>
              </a:spcBef>
              <a:defRPr sz="1200">
                <a:solidFill>
                  <a:schemeClr val="bg1"/>
                </a:solidFill>
                <a:latin typeface="Poppins Light"/>
                <a:ea typeface="Poppins Light"/>
                <a:cs typeface="Poppins Light"/>
                <a:sym typeface="Poppins Light"/>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1216707659"/>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Lst>
  <p:transition spd="med"/>
  <p:hf hdr="0" ftr="0" dt="0"/>
  <p:txStyles>
    <p:titleStyle>
      <a:lvl1pPr marL="0" marR="0" indent="0" algn="l" defTabSz="914400" rtl="0" eaLnBrk="1" latinLnBrk="0" hangingPunct="1">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p:titleStyle>
    <p:bodyStyle>
      <a:lvl1pPr marL="97971" marR="0" indent="-97971"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p:bodyStyle>
    <p:otherStyle>
      <a:lvl1pPr marL="0" marR="0" indent="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1pPr>
      <a:lvl2pPr marL="0" marR="0" indent="228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2pPr>
      <a:lvl3pPr marL="0" marR="0" indent="457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3pPr>
      <a:lvl4pPr marL="0" marR="0" indent="685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4pPr>
      <a:lvl5pPr marL="0" marR="0" indent="9144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5pPr>
      <a:lvl6pPr marL="0" marR="0" indent="11430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6pPr>
      <a:lvl7pPr marL="0" marR="0" indent="1371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7pPr>
      <a:lvl8pPr marL="0" marR="0" indent="1600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8pPr>
      <a:lvl9pPr marL="0" marR="0" indent="1828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609600" y="92075"/>
            <a:ext cx="10972800" cy="1508126"/>
          </a:xfrm>
          <a:prstGeom prst="rect">
            <a:avLst/>
          </a:prstGeom>
          <a:ln w="254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ormAutofit/>
          </a:bodyPr>
          <a:lstStyle/>
          <a:p>
            <a:r>
              <a:t>Title Text</a:t>
            </a:r>
          </a:p>
        </p:txBody>
      </p:sp>
      <p:sp>
        <p:nvSpPr>
          <p:cNvPr id="4" name="Body Level One…"/>
          <p:cNvSpPr txBox="1">
            <a:spLocks noGrp="1"/>
          </p:cNvSpPr>
          <p:nvPr>
            <p:ph type="body" idx="1"/>
          </p:nvPr>
        </p:nvSpPr>
        <p:spPr>
          <a:xfrm>
            <a:off x="609600" y="1600200"/>
            <a:ext cx="10972800" cy="5257800"/>
          </a:xfrm>
          <a:prstGeom prst="rect">
            <a:avLst/>
          </a:prstGeom>
          <a:ln w="254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9928206" y="6180918"/>
            <a:ext cx="463588" cy="350863"/>
          </a:xfrm>
          <a:prstGeom prst="rect">
            <a:avLst/>
          </a:prstGeom>
          <a:ln w="25400">
            <a:miter lim="400000"/>
          </a:ln>
        </p:spPr>
        <p:txBody>
          <a:bodyPr wrap="none" tIns="91439" bIns="91439" anchor="ctr">
            <a:spAutoFit/>
          </a:bodyPr>
          <a:lstStyle>
            <a:lvl1pPr algn="just">
              <a:lnSpc>
                <a:spcPct val="90000"/>
              </a:lnSpc>
              <a:spcBef>
                <a:spcPts val="800"/>
              </a:spcBef>
              <a:defRPr sz="1200" b="0" i="0">
                <a:solidFill>
                  <a:schemeClr val="bg1"/>
                </a:solidFill>
                <a:latin typeface="Basis Grotesque Mono Pro Medium" panose="020B0509050301040203" pitchFamily="49" charset="0"/>
                <a:ea typeface="Basis Grotesque Mono Pro Medium" panose="020B0509050301040203" pitchFamily="49" charset="0"/>
                <a:cs typeface="Poppins Light"/>
                <a:sym typeface="Poppins Light"/>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3908147133"/>
      </p:ext>
    </p:extLst>
  </p:cSld>
  <p:clrMap bg1="dk1" tx1="lt1" bg2="dk2"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Lst>
  <p:transition spd="med"/>
  <p:hf hdr="0" ftr="0" dt="0"/>
  <p:txStyles>
    <p:titleStyle>
      <a:lvl1pPr marL="0" marR="0" indent="0" algn="l" defTabSz="914400" rtl="0" eaLnBrk="1" latinLnBrk="0" hangingPunct="1">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p:titleStyle>
    <p:bodyStyle>
      <a:lvl1pPr marL="97971" marR="0" indent="-97971"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p:bodyStyle>
    <p:otherStyle>
      <a:lvl1pPr marL="0" marR="0" indent="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1pPr>
      <a:lvl2pPr marL="0" marR="0" indent="228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2pPr>
      <a:lvl3pPr marL="0" marR="0" indent="457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3pPr>
      <a:lvl4pPr marL="0" marR="0" indent="685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4pPr>
      <a:lvl5pPr marL="0" marR="0" indent="9144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5pPr>
      <a:lvl6pPr marL="0" marR="0" indent="11430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6pPr>
      <a:lvl7pPr marL="0" marR="0" indent="1371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7pPr>
      <a:lvl8pPr marL="0" marR="0" indent="1600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8pPr>
      <a:lvl9pPr marL="0" marR="0" indent="1828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609600" y="92075"/>
            <a:ext cx="10972800" cy="1508126"/>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p>
            <a:r>
              <a:t>Title Text</a:t>
            </a:r>
          </a:p>
        </p:txBody>
      </p:sp>
      <p:sp>
        <p:nvSpPr>
          <p:cNvPr id="4" name="Body Level One…"/>
          <p:cNvSpPr txBox="1">
            <a:spLocks noGrp="1"/>
          </p:cNvSpPr>
          <p:nvPr>
            <p:ph type="body" idx="1"/>
          </p:nvPr>
        </p:nvSpPr>
        <p:spPr>
          <a:xfrm>
            <a:off x="609600" y="1600200"/>
            <a:ext cx="10972800" cy="5257800"/>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9928206" y="6180918"/>
            <a:ext cx="463588" cy="350863"/>
          </a:xfrm>
          <a:prstGeom prst="rect">
            <a:avLst/>
          </a:prstGeom>
          <a:ln w="25400">
            <a:miter lim="400000"/>
          </a:ln>
        </p:spPr>
        <p:txBody>
          <a:bodyPr wrap="none" tIns="91439" bIns="91439" anchor="ctr">
            <a:spAutoFit/>
          </a:bodyPr>
          <a:lstStyle>
            <a:lvl1pPr algn="just">
              <a:lnSpc>
                <a:spcPct val="90000"/>
              </a:lnSpc>
              <a:spcBef>
                <a:spcPts val="800"/>
              </a:spcBef>
              <a:defRPr sz="1200" b="0" i="0">
                <a:solidFill>
                  <a:schemeClr val="bg1"/>
                </a:solidFill>
                <a:latin typeface="Basis Grotesque Mono Pro Medium" panose="020B0509050301040203" pitchFamily="49" charset="0"/>
                <a:ea typeface="Basis Grotesque Mono Pro Medium" panose="020B0509050301040203" pitchFamily="49" charset="0"/>
                <a:cs typeface="Poppins Light"/>
                <a:sym typeface="Poppins Light"/>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118865635"/>
      </p:ext>
    </p:extLst>
  </p:cSld>
  <p:clrMap bg1="dk1" tx1="lt1" bg2="dk2"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Lst>
  <p:transition spd="med"/>
  <p:hf hdr="0" ftr="0" dt="0"/>
  <p:txStyles>
    <p:titleStyle>
      <a:lvl1pPr marL="0" marR="0" indent="0" algn="l" defTabSz="914400" rtl="0" eaLnBrk="1" latinLnBrk="0" hangingPunct="1">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p:titleStyle>
    <p:bodyStyle>
      <a:lvl1pPr marL="97971" marR="0" indent="-97971"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p:bodyStyle>
    <p:otherStyle>
      <a:lvl1pPr marL="0" marR="0" indent="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1pPr>
      <a:lvl2pPr marL="0" marR="0" indent="228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2pPr>
      <a:lvl3pPr marL="0" marR="0" indent="457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3pPr>
      <a:lvl4pPr marL="0" marR="0" indent="685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4pPr>
      <a:lvl5pPr marL="0" marR="0" indent="9144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5pPr>
      <a:lvl6pPr marL="0" marR="0" indent="11430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6pPr>
      <a:lvl7pPr marL="0" marR="0" indent="1371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7pPr>
      <a:lvl8pPr marL="0" marR="0" indent="1600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8pPr>
      <a:lvl9pPr marL="0" marR="0" indent="1828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609600" y="92075"/>
            <a:ext cx="10972800" cy="1508126"/>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p>
            <a:r>
              <a:t>Title Text</a:t>
            </a:r>
          </a:p>
        </p:txBody>
      </p:sp>
      <p:sp>
        <p:nvSpPr>
          <p:cNvPr id="4" name="Body Level One…"/>
          <p:cNvSpPr txBox="1">
            <a:spLocks noGrp="1"/>
          </p:cNvSpPr>
          <p:nvPr>
            <p:ph type="body" idx="1"/>
          </p:nvPr>
        </p:nvSpPr>
        <p:spPr>
          <a:xfrm>
            <a:off x="609600" y="1600200"/>
            <a:ext cx="10972800" cy="525780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9928206" y="6180918"/>
            <a:ext cx="463588" cy="350863"/>
          </a:xfrm>
          <a:prstGeom prst="rect">
            <a:avLst/>
          </a:prstGeom>
          <a:ln w="25400">
            <a:miter lim="400000"/>
          </a:ln>
        </p:spPr>
        <p:txBody>
          <a:bodyPr wrap="none" tIns="91439" bIns="91439" anchor="ctr">
            <a:spAutoFit/>
          </a:bodyPr>
          <a:lstStyle>
            <a:lvl1pPr algn="just">
              <a:lnSpc>
                <a:spcPct val="90000"/>
              </a:lnSpc>
              <a:spcBef>
                <a:spcPts val="800"/>
              </a:spcBef>
              <a:defRPr sz="1200" b="0" i="0">
                <a:solidFill>
                  <a:schemeClr val="bg1"/>
                </a:solidFill>
                <a:latin typeface="Basis Grotesque Mono Pro Medium" panose="020B0509050301040203" pitchFamily="49" charset="0"/>
                <a:ea typeface="Basis Grotesque Mono Pro Medium" panose="020B0509050301040203" pitchFamily="49" charset="0"/>
                <a:cs typeface="Poppins Light"/>
                <a:sym typeface="Poppins Light"/>
              </a:defRPr>
            </a:lvl1pPr>
          </a:lstStyle>
          <a:p>
            <a:fld id="{86CB4B4D-7CA3-9044-876B-883B54F8677D}" type="slidenum">
              <a:rPr lang="en-GB" smtClean="0"/>
              <a:pPr/>
              <a:t>‹#›</a:t>
            </a:fld>
            <a:endParaRPr lang="en-GB"/>
          </a:p>
        </p:txBody>
      </p:sp>
    </p:spTree>
    <p:extLst>
      <p:ext uri="{BB962C8B-B14F-4D97-AF65-F5344CB8AC3E}">
        <p14:creationId xmlns:p14="http://schemas.microsoft.com/office/powerpoint/2010/main" val="1356466154"/>
      </p:ext>
    </p:extLst>
  </p:cSld>
  <p:clrMap bg1="dk1" tx1="lt1" bg2="dk2" tx2="lt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Lst>
  <p:transition spd="med"/>
  <p:hf hdr="0" ftr="0" dt="0"/>
  <p:txStyles>
    <p:titleStyle>
      <a:lvl1pPr marL="0" marR="0" indent="0" algn="l" defTabSz="914400" rtl="0" eaLnBrk="1" latinLnBrk="0" hangingPunct="1">
        <a:lnSpc>
          <a:spcPct val="100000"/>
        </a:lnSpc>
        <a:spcBef>
          <a:spcPts val="0"/>
        </a:spcBef>
        <a:spcAft>
          <a:spcPts val="0"/>
        </a:spcAft>
        <a:buClrTx/>
        <a:buSzTx/>
        <a:buFontTx/>
        <a:buNone/>
        <a:tabLst/>
        <a:defRPr sz="4000" b="0" i="0" u="none" strike="noStrike" cap="none" spc="0" baseline="0">
          <a:solidFill>
            <a:schemeClr val="bg1"/>
          </a:solidFill>
          <a:uFillTx/>
          <a:latin typeface="Matter SQ" pitchFamily="2" charset="77"/>
          <a:ea typeface="Matter SQ" pitchFamily="2" charset="77"/>
          <a:cs typeface="Matter SQ" pitchFamily="2" charset="77"/>
          <a:sym typeface="Visuelt Pro Bold"/>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p:titleStyle>
    <p:bodyStyle>
      <a:lvl1pPr marL="97971" marR="0" indent="-97971"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342900" marR="0" indent="-1143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594360" marR="0" indent="-13716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8382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1066800" marR="0" indent="-152400" algn="l" defTabSz="914400" rtl="0" eaLnBrk="1" latinLnBrk="0" hangingPunct="1">
        <a:lnSpc>
          <a:spcPct val="114000"/>
        </a:lnSpc>
        <a:spcBef>
          <a:spcPts val="800"/>
        </a:spcBef>
        <a:spcAft>
          <a:spcPts val="0"/>
        </a:spcAft>
        <a:buClrTx/>
        <a:buSzPct val="100000"/>
        <a:buFont typeface="Arial"/>
        <a:buChar char="•"/>
        <a:tabLst/>
        <a:defRPr sz="1200" b="0" i="0" u="none" strike="noStrike" cap="none" spc="0" baseline="0">
          <a:solidFill>
            <a:schemeClr val="bg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p:bodyStyle>
    <p:otherStyle>
      <a:lvl1pPr marL="0" marR="0" indent="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1pPr>
      <a:lvl2pPr marL="0" marR="0" indent="228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2pPr>
      <a:lvl3pPr marL="0" marR="0" indent="457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3pPr>
      <a:lvl4pPr marL="0" marR="0" indent="685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4pPr>
      <a:lvl5pPr marL="0" marR="0" indent="9144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5pPr>
      <a:lvl6pPr marL="0" marR="0" indent="11430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6pPr>
      <a:lvl7pPr marL="0" marR="0" indent="13716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7pPr>
      <a:lvl8pPr marL="0" marR="0" indent="16002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8pPr>
      <a:lvl9pPr marL="0" marR="0" indent="1828800" algn="just" defTabSz="914400" rtl="0" eaLnBrk="1" latinLnBrk="0" hangingPunct="1">
        <a:lnSpc>
          <a:spcPct val="90000"/>
        </a:lnSpc>
        <a:spcBef>
          <a:spcPts val="800"/>
        </a:spcBef>
        <a:spcAft>
          <a:spcPts val="0"/>
        </a:spcAft>
        <a:buClrTx/>
        <a:buSzTx/>
        <a:buFontTx/>
        <a:buNone/>
        <a:tabLst/>
        <a:defRPr sz="1200" b="0" i="0" u="none" strike="noStrike" cap="none" spc="0" baseline="0">
          <a:solidFill>
            <a:schemeClr val="tx1"/>
          </a:solidFill>
          <a:uFillTx/>
          <a:latin typeface="+mn-lt"/>
          <a:ea typeface="+mn-ea"/>
          <a:cs typeface="+mn-cs"/>
          <a:sym typeface="Poppins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31.png"/><Relationship Id="rId1" Type="http://schemas.openxmlformats.org/officeDocument/2006/relationships/slideLayout" Target="../slideLayouts/slideLayout39.xml"/><Relationship Id="rId6" Type="http://schemas.openxmlformats.org/officeDocument/2006/relationships/image" Target="../media/image35.png"/><Relationship Id="rId11" Type="http://schemas.openxmlformats.org/officeDocument/2006/relationships/image" Target="../media/image40.svg"/><Relationship Id="rId5" Type="http://schemas.openxmlformats.org/officeDocument/2006/relationships/image" Target="../media/image34.sv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svg"/></Relationships>
</file>

<file path=ppt/slides/_rels/slide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39.xml"/><Relationship Id="rId5" Type="http://schemas.openxmlformats.org/officeDocument/2006/relationships/image" Target="../media/image46.svg"/><Relationship Id="rId4" Type="http://schemas.openxmlformats.org/officeDocument/2006/relationships/image" Target="../media/image4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EB11D-70AB-7EC5-88EF-FB3725D975F5}"/>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7D9355E3-6F70-183C-0985-AF6EE6403977}"/>
              </a:ext>
            </a:extLst>
          </p:cNvPr>
          <p:cNvSpPr>
            <a:spLocks noGrp="1"/>
          </p:cNvSpPr>
          <p:nvPr>
            <p:ph type="body" idx="1"/>
          </p:nvPr>
        </p:nvSpPr>
        <p:spPr>
          <a:xfrm>
            <a:off x="7255916" y="4654702"/>
            <a:ext cx="4419411" cy="1609463"/>
          </a:xfrm>
        </p:spPr>
        <p:txBody>
          <a:bodyPr lIns="0" tIns="0" rIns="0" bIns="0" anchor="t"/>
          <a:lstStyle/>
          <a:p>
            <a:r>
              <a:rPr lang="en-US" dirty="0">
                <a:solidFill>
                  <a:schemeClr val="bg1"/>
                </a:solidFill>
              </a:rPr>
              <a:t>By the end of this session, you’ll know the basics of how PolyAI agents are built, and what tools will be available after go live.</a:t>
            </a:r>
          </a:p>
          <a:p>
            <a:endParaRPr lang="en-US" dirty="0">
              <a:solidFill>
                <a:schemeClr val="bg1"/>
              </a:solidFill>
            </a:endParaRPr>
          </a:p>
          <a:p>
            <a:r>
              <a:rPr lang="en-US" dirty="0">
                <a:solidFill>
                  <a:schemeClr val="bg1"/>
                </a:solidFill>
              </a:rPr>
              <a:t>Session Length: 45 Minutes</a:t>
            </a:r>
          </a:p>
        </p:txBody>
      </p:sp>
      <p:sp>
        <p:nvSpPr>
          <p:cNvPr id="3" name="Title 2">
            <a:extLst>
              <a:ext uri="{FF2B5EF4-FFF2-40B4-BE49-F238E27FC236}">
                <a16:creationId xmlns:a16="http://schemas.microsoft.com/office/drawing/2014/main" id="{64DC429D-9254-7A76-49BA-E6B1D173DB9A}"/>
              </a:ext>
            </a:extLst>
          </p:cNvPr>
          <p:cNvSpPr>
            <a:spLocks noGrp="1"/>
          </p:cNvSpPr>
          <p:nvPr>
            <p:ph type="title"/>
          </p:nvPr>
        </p:nvSpPr>
        <p:spPr>
          <a:xfrm>
            <a:off x="516673" y="3049374"/>
            <a:ext cx="5742508" cy="1401479"/>
          </a:xfrm>
        </p:spPr>
        <p:txBody>
          <a:bodyPr/>
          <a:lstStyle/>
          <a:p>
            <a:r>
              <a:rPr lang="en-US" sz="6600" dirty="0">
                <a:latin typeface="Matter SQ"/>
                <a:cs typeface="Matter SQ"/>
              </a:rPr>
              <a:t>Agent Studio</a:t>
            </a:r>
            <a:endParaRPr lang="en-US" sz="2800" dirty="0">
              <a:solidFill>
                <a:schemeClr val="bg2"/>
              </a:solidFill>
            </a:endParaRPr>
          </a:p>
        </p:txBody>
      </p:sp>
      <p:sp>
        <p:nvSpPr>
          <p:cNvPr id="5" name="TextBox 4">
            <a:extLst>
              <a:ext uri="{FF2B5EF4-FFF2-40B4-BE49-F238E27FC236}">
                <a16:creationId xmlns:a16="http://schemas.microsoft.com/office/drawing/2014/main" id="{05E5E46E-A523-F8F3-8F5D-AC0CAAC8AD01}"/>
              </a:ext>
            </a:extLst>
          </p:cNvPr>
          <p:cNvSpPr txBox="1"/>
          <p:nvPr/>
        </p:nvSpPr>
        <p:spPr>
          <a:xfrm>
            <a:off x="431613" y="4331536"/>
            <a:ext cx="6172200" cy="64633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800" b="1" dirty="0">
                <a:latin typeface="Matter SQ"/>
                <a:cs typeface="Matter SQ"/>
              </a:rPr>
              <a:t>Onboarding Training </a:t>
            </a:r>
            <a:br>
              <a:rPr lang="en-US" sz="1800" dirty="0">
                <a:latin typeface="Matter SQ"/>
                <a:cs typeface="Matter SQ"/>
              </a:rPr>
            </a:br>
            <a:r>
              <a:rPr lang="en-US" sz="1800" dirty="0">
                <a:latin typeface="Matter SQ"/>
                <a:cs typeface="Matter SQ"/>
              </a:rPr>
              <a:t>Session 1</a:t>
            </a:r>
            <a:endParaRPr lang="en-US" dirty="0"/>
          </a:p>
        </p:txBody>
      </p:sp>
    </p:spTree>
    <p:extLst>
      <p:ext uri="{BB962C8B-B14F-4D97-AF65-F5344CB8AC3E}">
        <p14:creationId xmlns:p14="http://schemas.microsoft.com/office/powerpoint/2010/main" val="311139660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Agent Studio | Training"/>
          <p:cNvSpPr txBox="1">
            <a:spLocks noGrp="1"/>
          </p:cNvSpPr>
          <p:nvPr>
            <p:ph type="title"/>
          </p:nvPr>
        </p:nvSpPr>
        <p:spPr>
          <a:xfrm>
            <a:off x="529561" y="753772"/>
            <a:ext cx="10985501" cy="854838"/>
          </a:xfrm>
          <a:prstGeom prst="rect">
            <a:avLst/>
          </a:prstGeom>
        </p:spPr>
        <p:txBody>
          <a:bodyPr>
            <a:normAutofit/>
          </a:bodyPr>
          <a:lstStyle>
            <a:lvl1pPr>
              <a:defRPr sz="8000" b="0" spc="-159">
                <a:solidFill>
                  <a:srgbClr val="000000"/>
                </a:solidFill>
                <a:latin typeface="+mj-lt"/>
                <a:ea typeface="+mj-ea"/>
                <a:cs typeface="+mj-cs"/>
                <a:sym typeface="Matter SQ Regular"/>
              </a:defRPr>
            </a:lvl1pPr>
          </a:lstStyle>
          <a:p>
            <a:r>
              <a:rPr lang="en-GB" sz="3600" dirty="0">
                <a:latin typeface="Matter SQ" pitchFamily="2" charset="77"/>
                <a:cs typeface="Matter SQ" pitchFamily="2" charset="77"/>
              </a:rPr>
              <a:t>Training Overview</a:t>
            </a:r>
            <a:endParaRPr sz="3600" dirty="0">
              <a:latin typeface="Matter SQ" pitchFamily="2" charset="77"/>
              <a:cs typeface="Matter SQ" pitchFamily="2" charset="77"/>
            </a:endParaRPr>
          </a:p>
        </p:txBody>
      </p:sp>
      <p:sp>
        <p:nvSpPr>
          <p:cNvPr id="428" name="You’ll receive training over three sessions to get your team up to speed on how to analyse customer data"/>
          <p:cNvSpPr txBox="1"/>
          <p:nvPr/>
        </p:nvSpPr>
        <p:spPr>
          <a:xfrm>
            <a:off x="549920" y="1550106"/>
            <a:ext cx="6336093" cy="5324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lvl1pPr algn="l" defTabSz="825500">
              <a:spcBef>
                <a:spcPts val="5100"/>
              </a:spcBef>
              <a:defRPr sz="3000" spc="-29">
                <a:solidFill>
                  <a:srgbClr val="848484"/>
                </a:solidFill>
                <a:latin typeface="Basis Grotesque Mono Pro Regular"/>
                <a:ea typeface="Basis Grotesque Mono Pro Regular"/>
                <a:cs typeface="Basis Grotesque Mono Pro Regular"/>
                <a:sym typeface="Basis Grotesque Mono Pro Regular"/>
              </a:defRPr>
            </a:lvl1pPr>
          </a:lstStyle>
          <a:p>
            <a:r>
              <a:rPr sz="1500" dirty="0"/>
              <a:t>You’ll receive training over three sessions to get your team up to speed on how to </a:t>
            </a:r>
            <a:r>
              <a:rPr sz="1500" dirty="0" err="1"/>
              <a:t>analyse</a:t>
            </a:r>
            <a:r>
              <a:rPr sz="1500" dirty="0"/>
              <a:t> customer data</a:t>
            </a:r>
          </a:p>
        </p:txBody>
      </p:sp>
      <p:sp>
        <p:nvSpPr>
          <p:cNvPr id="429" name="Build Process"/>
          <p:cNvSpPr txBox="1"/>
          <p:nvPr/>
        </p:nvSpPr>
        <p:spPr>
          <a:xfrm>
            <a:off x="62249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000000"/>
                </a:solidFill>
                <a:latin typeface="Basis Grotesque Mono Pro Regular"/>
                <a:ea typeface="Basis Grotesque Mono Pro Regular"/>
                <a:cs typeface="Basis Grotesque Mono Pro Regular"/>
                <a:sym typeface="Basis Grotesque Mono Pro Regular"/>
              </a:defRPr>
            </a:lvl1pPr>
          </a:lstStyle>
          <a:p>
            <a:r>
              <a:rPr lang="en-GB" sz="850" dirty="0"/>
              <a:t>Training Overview</a:t>
            </a:r>
            <a:endParaRPr sz="850" dirty="0"/>
          </a:p>
        </p:txBody>
      </p:sp>
      <p:sp>
        <p:nvSpPr>
          <p:cNvPr id="430" name="Tracking The Build"/>
          <p:cNvSpPr txBox="1"/>
          <p:nvPr/>
        </p:nvSpPr>
        <p:spPr>
          <a:xfrm>
            <a:off x="230647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B5B5B5"/>
                </a:solidFill>
                <a:latin typeface="Basis Grotesque Mono Pro Regular"/>
                <a:ea typeface="Basis Grotesque Mono Pro Regular"/>
                <a:cs typeface="Basis Grotesque Mono Pro Regular"/>
                <a:sym typeface="Basis Grotesque Mono Pro Regular"/>
              </a:defRPr>
            </a:lvl1pPr>
          </a:lstStyle>
          <a:p>
            <a:r>
              <a:rPr lang="en-GB" sz="850" dirty="0"/>
              <a:t>Agendas</a:t>
            </a:r>
            <a:endParaRPr sz="850" dirty="0"/>
          </a:p>
        </p:txBody>
      </p:sp>
      <p:sp>
        <p:nvSpPr>
          <p:cNvPr id="431" name="Intro to PolyAI Agents…"/>
          <p:cNvSpPr/>
          <p:nvPr/>
        </p:nvSpPr>
        <p:spPr>
          <a:xfrm>
            <a:off x="546100" y="2260600"/>
            <a:ext cx="8175526" cy="1041649"/>
          </a:xfrm>
          <a:prstGeom prst="roundRect">
            <a:avLst>
              <a:gd name="adj" fmla="val 27281"/>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t"/>
          <a:lstStyle/>
          <a:p>
            <a:pPr marR="127000" indent="952500" defTabSz="412750">
              <a:defRPr sz="3200">
                <a:solidFill>
                  <a:srgbClr val="FFFFFF"/>
                </a:solidFill>
                <a:latin typeface="Matter SQ Bold"/>
                <a:ea typeface="Matter SQ Bold"/>
                <a:cs typeface="Matter SQ Bold"/>
                <a:sym typeface="Matter SQ Bold"/>
              </a:defRPr>
            </a:pPr>
            <a:r>
              <a:rPr sz="1600" dirty="0"/>
              <a:t>Intro to PolyAI Agents</a:t>
            </a:r>
          </a:p>
          <a:p>
            <a:pPr marL="952500" marR="127000" defTabSz="412750">
              <a:defRPr sz="3200">
                <a:solidFill>
                  <a:srgbClr val="FFFFFF"/>
                </a:solidFill>
                <a:latin typeface="+mj-lt"/>
                <a:ea typeface="+mj-ea"/>
                <a:cs typeface="+mj-cs"/>
                <a:sym typeface="Matter SQ Regular"/>
              </a:defRPr>
            </a:pPr>
            <a:r>
              <a:rPr sz="1600" dirty="0">
                <a:latin typeface="Matter SQ" pitchFamily="2" charset="77"/>
                <a:cs typeface="Matter SQ" pitchFamily="2" charset="77"/>
              </a:rPr>
              <a:t>Understand our build methodologies and the capabilities of Agent Studio, the PolyAI platform</a:t>
            </a:r>
          </a:p>
        </p:txBody>
      </p:sp>
      <p:sp>
        <p:nvSpPr>
          <p:cNvPr id="432" name="Building and Managing Voice Agents | Hands On Session…"/>
          <p:cNvSpPr/>
          <p:nvPr/>
        </p:nvSpPr>
        <p:spPr>
          <a:xfrm>
            <a:off x="546100" y="3385643"/>
            <a:ext cx="8175526" cy="1041649"/>
          </a:xfrm>
          <a:prstGeom prst="roundRect">
            <a:avLst>
              <a:gd name="adj" fmla="val 26381"/>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p>
            <a:pPr marR="127000" indent="952500" defTabSz="412750">
              <a:defRPr sz="3200">
                <a:solidFill>
                  <a:srgbClr val="FFFFFF"/>
                </a:solidFill>
                <a:latin typeface="Matter SQ Bold"/>
                <a:ea typeface="Matter SQ Bold"/>
                <a:cs typeface="Matter SQ Bold"/>
                <a:sym typeface="Matter SQ Bold"/>
              </a:defRPr>
            </a:pPr>
            <a:r>
              <a:rPr sz="1600" dirty="0"/>
              <a:t>Building and Managing Voice Agents </a:t>
            </a:r>
            <a:r>
              <a:rPr sz="1600" dirty="0">
                <a:latin typeface="+mj-lt"/>
                <a:ea typeface="+mj-ea"/>
                <a:cs typeface="+mj-cs"/>
                <a:sym typeface="Matter SQ Regular"/>
              </a:rPr>
              <a:t>|</a:t>
            </a:r>
            <a:r>
              <a:rPr sz="1600" dirty="0"/>
              <a:t> </a:t>
            </a:r>
            <a:r>
              <a:rPr sz="1600" i="1" dirty="0">
                <a:solidFill>
                  <a:srgbClr val="D9EE50"/>
                </a:solidFill>
                <a:latin typeface="Matter SQ" pitchFamily="2" charset="77"/>
                <a:ea typeface="+mj-ea"/>
                <a:cs typeface="Matter SQ" pitchFamily="2" charset="77"/>
                <a:sym typeface="Matter SQ Regular"/>
              </a:rPr>
              <a:t>Hands On Session</a:t>
            </a:r>
          </a:p>
          <a:p>
            <a:pPr marL="952500" marR="127000" defTabSz="412750">
              <a:defRPr sz="3200">
                <a:solidFill>
                  <a:srgbClr val="FFFFFF"/>
                </a:solidFill>
                <a:latin typeface="+mj-lt"/>
                <a:ea typeface="+mj-ea"/>
                <a:cs typeface="+mj-cs"/>
                <a:sym typeface="Matter SQ Regular"/>
              </a:defRPr>
            </a:pPr>
            <a:r>
              <a:rPr sz="1600" dirty="0">
                <a:latin typeface="Matter SQ" pitchFamily="2" charset="77"/>
                <a:cs typeface="Matter SQ" pitchFamily="2" charset="77"/>
              </a:rPr>
              <a:t>Know how to use Agent Studio with interactive experience updating KBs, setting up AB tests and managing voices</a:t>
            </a:r>
          </a:p>
        </p:txBody>
      </p:sp>
      <p:sp>
        <p:nvSpPr>
          <p:cNvPr id="433" name="Your Virtual Agent | Hands On Session…"/>
          <p:cNvSpPr/>
          <p:nvPr/>
        </p:nvSpPr>
        <p:spPr>
          <a:xfrm>
            <a:off x="546100" y="4510686"/>
            <a:ext cx="8175526" cy="1041649"/>
          </a:xfrm>
          <a:prstGeom prst="roundRect">
            <a:avLst>
              <a:gd name="adj" fmla="val 26381"/>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p>
            <a:pPr marR="127000" indent="952500" defTabSz="412750">
              <a:defRPr sz="3200">
                <a:solidFill>
                  <a:srgbClr val="FFFFFF"/>
                </a:solidFill>
                <a:latin typeface="Matter SQ Bold"/>
                <a:ea typeface="Matter SQ Bold"/>
                <a:cs typeface="Matter SQ Bold"/>
                <a:sym typeface="Matter SQ Bold"/>
              </a:defRPr>
            </a:pPr>
            <a:r>
              <a:rPr sz="1600" dirty="0"/>
              <a:t>Your Virtual Agent </a:t>
            </a:r>
            <a:r>
              <a:rPr sz="1600" dirty="0">
                <a:latin typeface="+mj-lt"/>
                <a:ea typeface="+mj-ea"/>
                <a:cs typeface="+mj-cs"/>
                <a:sym typeface="Matter SQ Regular"/>
              </a:rPr>
              <a:t>|</a:t>
            </a:r>
            <a:r>
              <a:rPr sz="1600" dirty="0"/>
              <a:t> </a:t>
            </a:r>
            <a:r>
              <a:rPr sz="1600" i="1" dirty="0">
                <a:solidFill>
                  <a:srgbClr val="D9EE50"/>
                </a:solidFill>
                <a:latin typeface="Matter SQ" pitchFamily="2" charset="77"/>
                <a:ea typeface="+mj-ea"/>
                <a:cs typeface="Matter SQ" pitchFamily="2" charset="77"/>
                <a:sym typeface="Matter SQ Regular"/>
              </a:rPr>
              <a:t>Hands On Session</a:t>
            </a:r>
          </a:p>
          <a:p>
            <a:pPr marL="952500" marR="127000" defTabSz="412750">
              <a:defRPr sz="3200">
                <a:solidFill>
                  <a:srgbClr val="FFFFFF"/>
                </a:solidFill>
                <a:latin typeface="+mj-lt"/>
                <a:ea typeface="+mj-ea"/>
                <a:cs typeface="+mj-cs"/>
                <a:sym typeface="Matter SQ Regular"/>
              </a:defRPr>
            </a:pPr>
            <a:r>
              <a:rPr sz="1600" dirty="0">
                <a:latin typeface="Matter SQ" pitchFamily="2" charset="77"/>
                <a:cs typeface="Matter SQ" pitchFamily="2" charset="77"/>
              </a:rPr>
              <a:t>Explore your own virtual agent as we complete the build, and learn how to use our agentic analysis tools on your own data</a:t>
            </a:r>
          </a:p>
        </p:txBody>
      </p:sp>
      <p:sp>
        <p:nvSpPr>
          <p:cNvPr id="434" name="1"/>
          <p:cNvSpPr txBox="1"/>
          <p:nvPr/>
        </p:nvSpPr>
        <p:spPr>
          <a:xfrm>
            <a:off x="937895" y="2448000"/>
            <a:ext cx="253274" cy="666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8000">
                <a:solidFill>
                  <a:srgbClr val="D9EE50"/>
                </a:solidFill>
                <a:latin typeface="Matter SQ Bold"/>
                <a:ea typeface="Matter SQ Bold"/>
                <a:cs typeface="Matter SQ Bold"/>
                <a:sym typeface="Matter SQ Bold"/>
              </a:defRPr>
            </a:lvl1pPr>
          </a:lstStyle>
          <a:p>
            <a:r>
              <a:rPr sz="4000" dirty="0"/>
              <a:t>1</a:t>
            </a:r>
          </a:p>
        </p:txBody>
      </p:sp>
      <p:sp>
        <p:nvSpPr>
          <p:cNvPr id="435" name="2"/>
          <p:cNvSpPr txBox="1"/>
          <p:nvPr/>
        </p:nvSpPr>
        <p:spPr>
          <a:xfrm>
            <a:off x="890651" y="3573043"/>
            <a:ext cx="349455" cy="666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8000">
                <a:solidFill>
                  <a:srgbClr val="D9EE50"/>
                </a:solidFill>
                <a:latin typeface="Matter SQ Bold"/>
                <a:ea typeface="Matter SQ Bold"/>
                <a:cs typeface="Matter SQ Bold"/>
                <a:sym typeface="Matter SQ Bold"/>
              </a:defRPr>
            </a:lvl1pPr>
          </a:lstStyle>
          <a:p>
            <a:r>
              <a:rPr sz="4000"/>
              <a:t>2</a:t>
            </a:r>
          </a:p>
        </p:txBody>
      </p:sp>
      <p:sp>
        <p:nvSpPr>
          <p:cNvPr id="436" name="3"/>
          <p:cNvSpPr txBox="1"/>
          <p:nvPr/>
        </p:nvSpPr>
        <p:spPr>
          <a:xfrm>
            <a:off x="886587" y="4698086"/>
            <a:ext cx="357470" cy="666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8000">
                <a:solidFill>
                  <a:srgbClr val="D9EE50"/>
                </a:solidFill>
                <a:latin typeface="Matter SQ Bold"/>
                <a:ea typeface="Matter SQ Bold"/>
                <a:cs typeface="Matter SQ Bold"/>
                <a:sym typeface="Matter SQ Bold"/>
              </a:defRPr>
            </a:lvl1pPr>
          </a:lstStyle>
          <a:p>
            <a:r>
              <a:rPr sz="4000"/>
              <a:t>3</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432"/>
                                        </p:tgtEl>
                                        <p:attrNameLst>
                                          <p:attrName>style.opacity</p:attrName>
                                        </p:attrNameLst>
                                      </p:cBhvr>
                                      <p:to>
                                        <p:strVal val="0.5"/>
                                      </p:to>
                                    </p:set>
                                    <p:animEffect filter="image" prLst="opacity: 0.5">
                                      <p:cBhvr rctx="IE">
                                        <p:cTn id="7" dur="indefinite"/>
                                        <p:tgtEl>
                                          <p:spTgt spid="432"/>
                                        </p:tgtEl>
                                      </p:cBhvr>
                                    </p:animEffect>
                                  </p:childTnLst>
                                </p:cTn>
                              </p:par>
                              <p:par>
                                <p:cTn id="8" presetID="9" presetClass="emph" presetSubtype="0" grpId="0" nodeType="withEffect">
                                  <p:stCondLst>
                                    <p:cond delay="0"/>
                                  </p:stCondLst>
                                  <p:childTnLst>
                                    <p:set>
                                      <p:cBhvr>
                                        <p:cTn id="9" dur="indefinite"/>
                                        <p:tgtEl>
                                          <p:spTgt spid="433"/>
                                        </p:tgtEl>
                                        <p:attrNameLst>
                                          <p:attrName>style.opacity</p:attrName>
                                        </p:attrNameLst>
                                      </p:cBhvr>
                                      <p:to>
                                        <p:strVal val="0.5"/>
                                      </p:to>
                                    </p:set>
                                    <p:animEffect filter="image" prLst="opacity: 0.5">
                                      <p:cBhvr rctx="IE">
                                        <p:cTn id="10" dur="indefinite"/>
                                        <p:tgtEl>
                                          <p:spTgt spid="433"/>
                                        </p:tgtEl>
                                      </p:cBhvr>
                                    </p:animEffect>
                                  </p:childTnLst>
                                </p:cTn>
                              </p:par>
                              <p:par>
                                <p:cTn id="11" presetID="9" presetClass="emph" presetSubtype="0" grpId="0" nodeType="withEffect">
                                  <p:stCondLst>
                                    <p:cond delay="0"/>
                                  </p:stCondLst>
                                  <p:childTnLst>
                                    <p:set>
                                      <p:cBhvr>
                                        <p:cTn id="12" dur="indefinite"/>
                                        <p:tgtEl>
                                          <p:spTgt spid="435"/>
                                        </p:tgtEl>
                                        <p:attrNameLst>
                                          <p:attrName>style.opacity</p:attrName>
                                        </p:attrNameLst>
                                      </p:cBhvr>
                                      <p:to>
                                        <p:strVal val="0.5"/>
                                      </p:to>
                                    </p:set>
                                    <p:animEffect filter="image" prLst="opacity: 0.5">
                                      <p:cBhvr rctx="IE">
                                        <p:cTn id="13" dur="indefinite"/>
                                        <p:tgtEl>
                                          <p:spTgt spid="435"/>
                                        </p:tgtEl>
                                      </p:cBhvr>
                                    </p:animEffect>
                                  </p:childTnLst>
                                </p:cTn>
                              </p:par>
                              <p:par>
                                <p:cTn id="14" presetID="9" presetClass="emph" presetSubtype="0" grpId="0" nodeType="withEffect">
                                  <p:stCondLst>
                                    <p:cond delay="0"/>
                                  </p:stCondLst>
                                  <p:childTnLst>
                                    <p:set>
                                      <p:cBhvr>
                                        <p:cTn id="15" dur="indefinite"/>
                                        <p:tgtEl>
                                          <p:spTgt spid="436"/>
                                        </p:tgtEl>
                                        <p:attrNameLst>
                                          <p:attrName>style.opacity</p:attrName>
                                        </p:attrNameLst>
                                      </p:cBhvr>
                                      <p:to>
                                        <p:strVal val="0.5"/>
                                      </p:to>
                                    </p:set>
                                    <p:animEffect filter="image" prLst="opacity: 0.5">
                                      <p:cBhvr rctx="IE">
                                        <p:cTn id="16" dur="indefinite"/>
                                        <p:tgtEl>
                                          <p:spTgt spid="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2" grpId="0" animBg="1"/>
      <p:bldP spid="433" grpId="0" animBg="1"/>
      <p:bldP spid="435" grpId="0" animBg="1"/>
      <p:bldP spid="4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B5D71-6D7E-01BE-E8BE-BCB14B35BC43}"/>
            </a:ext>
          </a:extLst>
        </p:cNvPr>
        <p:cNvGrpSpPr/>
        <p:nvPr/>
      </p:nvGrpSpPr>
      <p:grpSpPr>
        <a:xfrm>
          <a:off x="0" y="0"/>
          <a:ext cx="0" cy="0"/>
          <a:chOff x="0" y="0"/>
          <a:chExt cx="0" cy="0"/>
        </a:xfrm>
      </p:grpSpPr>
      <p:sp>
        <p:nvSpPr>
          <p:cNvPr id="427" name="Agent Studio | Training">
            <a:extLst>
              <a:ext uri="{FF2B5EF4-FFF2-40B4-BE49-F238E27FC236}">
                <a16:creationId xmlns:a16="http://schemas.microsoft.com/office/drawing/2014/main" id="{AFFCE4FE-9C2A-8973-EFAF-B231862C7CA1}"/>
              </a:ext>
            </a:extLst>
          </p:cNvPr>
          <p:cNvSpPr txBox="1">
            <a:spLocks noGrp="1"/>
          </p:cNvSpPr>
          <p:nvPr>
            <p:ph type="title"/>
          </p:nvPr>
        </p:nvSpPr>
        <p:spPr>
          <a:xfrm>
            <a:off x="529561" y="753772"/>
            <a:ext cx="10985501" cy="854838"/>
          </a:xfrm>
          <a:prstGeom prst="rect">
            <a:avLst/>
          </a:prstGeom>
        </p:spPr>
        <p:txBody>
          <a:bodyPr>
            <a:normAutofit/>
          </a:bodyPr>
          <a:lstStyle>
            <a:lvl1pPr>
              <a:defRPr sz="8000" b="0" spc="-159">
                <a:solidFill>
                  <a:srgbClr val="000000"/>
                </a:solidFill>
                <a:latin typeface="+mj-lt"/>
                <a:ea typeface="+mj-ea"/>
                <a:cs typeface="+mj-cs"/>
                <a:sym typeface="Matter SQ Regular"/>
              </a:defRPr>
            </a:lvl1pPr>
          </a:lstStyle>
          <a:p>
            <a:r>
              <a:rPr lang="en-GB" sz="3600" dirty="0">
                <a:latin typeface="Matter SQ" pitchFamily="2" charset="77"/>
                <a:cs typeface="Matter SQ" pitchFamily="2" charset="77"/>
              </a:rPr>
              <a:t>Training Overview</a:t>
            </a:r>
            <a:endParaRPr sz="3600" dirty="0">
              <a:latin typeface="Matter SQ" pitchFamily="2" charset="77"/>
              <a:cs typeface="Matter SQ" pitchFamily="2" charset="77"/>
            </a:endParaRPr>
          </a:p>
        </p:txBody>
      </p:sp>
      <p:sp>
        <p:nvSpPr>
          <p:cNvPr id="428" name="You’ll receive training over three sessions to get your team up to speed on how to analyse customer data">
            <a:extLst>
              <a:ext uri="{FF2B5EF4-FFF2-40B4-BE49-F238E27FC236}">
                <a16:creationId xmlns:a16="http://schemas.microsoft.com/office/drawing/2014/main" id="{F5CA5953-C0F4-0B32-9A3C-464277C81359}"/>
              </a:ext>
            </a:extLst>
          </p:cNvPr>
          <p:cNvSpPr txBox="1"/>
          <p:nvPr/>
        </p:nvSpPr>
        <p:spPr>
          <a:xfrm>
            <a:off x="549920" y="1550106"/>
            <a:ext cx="6336093" cy="5324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lvl1pPr algn="l" defTabSz="825500">
              <a:spcBef>
                <a:spcPts val="5100"/>
              </a:spcBef>
              <a:defRPr sz="3000" spc="-29">
                <a:solidFill>
                  <a:srgbClr val="848484"/>
                </a:solidFill>
                <a:latin typeface="Basis Grotesque Mono Pro Regular"/>
                <a:ea typeface="Basis Grotesque Mono Pro Regular"/>
                <a:cs typeface="Basis Grotesque Mono Pro Regular"/>
                <a:sym typeface="Basis Grotesque Mono Pro Regular"/>
              </a:defRPr>
            </a:lvl1pPr>
          </a:lstStyle>
          <a:p>
            <a:r>
              <a:rPr sz="1500" dirty="0"/>
              <a:t>You’ll receive training over three sessions to get your team up to speed on how to </a:t>
            </a:r>
            <a:r>
              <a:rPr sz="1500" dirty="0" err="1"/>
              <a:t>analyse</a:t>
            </a:r>
            <a:r>
              <a:rPr sz="1500" dirty="0"/>
              <a:t> customer data</a:t>
            </a:r>
          </a:p>
        </p:txBody>
      </p:sp>
      <p:sp>
        <p:nvSpPr>
          <p:cNvPr id="429" name="Build Process">
            <a:extLst>
              <a:ext uri="{FF2B5EF4-FFF2-40B4-BE49-F238E27FC236}">
                <a16:creationId xmlns:a16="http://schemas.microsoft.com/office/drawing/2014/main" id="{51E8105C-44F3-F6D6-312E-6B7653D96B5E}"/>
              </a:ext>
            </a:extLst>
          </p:cNvPr>
          <p:cNvSpPr txBox="1"/>
          <p:nvPr/>
        </p:nvSpPr>
        <p:spPr>
          <a:xfrm>
            <a:off x="62249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000000"/>
                </a:solidFill>
                <a:latin typeface="Basis Grotesque Mono Pro Regular"/>
                <a:ea typeface="Basis Grotesque Mono Pro Regular"/>
                <a:cs typeface="Basis Grotesque Mono Pro Regular"/>
                <a:sym typeface="Basis Grotesque Mono Pro Regular"/>
              </a:defRPr>
            </a:lvl1pPr>
          </a:lstStyle>
          <a:p>
            <a:r>
              <a:rPr lang="en-GB" sz="850" dirty="0"/>
              <a:t>Training Overview</a:t>
            </a:r>
            <a:endParaRPr sz="850" dirty="0"/>
          </a:p>
        </p:txBody>
      </p:sp>
      <p:sp>
        <p:nvSpPr>
          <p:cNvPr id="430" name="Tracking The Build">
            <a:extLst>
              <a:ext uri="{FF2B5EF4-FFF2-40B4-BE49-F238E27FC236}">
                <a16:creationId xmlns:a16="http://schemas.microsoft.com/office/drawing/2014/main" id="{7A814327-75BB-4417-477D-02D18E19F3D2}"/>
              </a:ext>
            </a:extLst>
          </p:cNvPr>
          <p:cNvSpPr txBox="1"/>
          <p:nvPr/>
        </p:nvSpPr>
        <p:spPr>
          <a:xfrm>
            <a:off x="230647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B5B5B5"/>
                </a:solidFill>
                <a:latin typeface="Basis Grotesque Mono Pro Regular"/>
                <a:ea typeface="Basis Grotesque Mono Pro Regular"/>
                <a:cs typeface="Basis Grotesque Mono Pro Regular"/>
                <a:sym typeface="Basis Grotesque Mono Pro Regular"/>
              </a:defRPr>
            </a:lvl1pPr>
          </a:lstStyle>
          <a:p>
            <a:r>
              <a:rPr lang="en-GB" sz="850" dirty="0"/>
              <a:t>Agenda</a:t>
            </a:r>
            <a:endParaRPr sz="850" dirty="0"/>
          </a:p>
        </p:txBody>
      </p:sp>
      <p:sp>
        <p:nvSpPr>
          <p:cNvPr id="431" name="Intro to PolyAI Agents…">
            <a:extLst>
              <a:ext uri="{FF2B5EF4-FFF2-40B4-BE49-F238E27FC236}">
                <a16:creationId xmlns:a16="http://schemas.microsoft.com/office/drawing/2014/main" id="{478FADC2-DE8F-830A-1020-9F086A4279E2}"/>
              </a:ext>
            </a:extLst>
          </p:cNvPr>
          <p:cNvSpPr/>
          <p:nvPr/>
        </p:nvSpPr>
        <p:spPr>
          <a:xfrm>
            <a:off x="546100" y="2260601"/>
            <a:ext cx="8175526" cy="3225800"/>
          </a:xfrm>
          <a:prstGeom prst="roundRect">
            <a:avLst>
              <a:gd name="adj" fmla="val 9921"/>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t"/>
          <a:lstStyle/>
          <a:p>
            <a:pPr marR="127000" indent="952500" defTabSz="412750">
              <a:defRPr sz="3200">
                <a:solidFill>
                  <a:srgbClr val="FFFFFF"/>
                </a:solidFill>
                <a:latin typeface="Matter SQ Bold"/>
                <a:ea typeface="Matter SQ Bold"/>
                <a:cs typeface="Matter SQ Bold"/>
                <a:sym typeface="Matter SQ Bold"/>
              </a:defRPr>
            </a:pPr>
            <a:r>
              <a:rPr sz="1600" dirty="0"/>
              <a:t>Intro to PolyAI Agents</a:t>
            </a:r>
          </a:p>
          <a:p>
            <a:pPr marL="952500" marR="127000" defTabSz="412750">
              <a:defRPr sz="3200">
                <a:solidFill>
                  <a:srgbClr val="FFFFFF"/>
                </a:solidFill>
                <a:latin typeface="+mj-lt"/>
                <a:ea typeface="+mj-ea"/>
                <a:cs typeface="+mj-cs"/>
                <a:sym typeface="Matter SQ Regular"/>
              </a:defRPr>
            </a:pPr>
            <a:r>
              <a:rPr sz="1600" dirty="0">
                <a:latin typeface="Matter SQ" pitchFamily="2" charset="77"/>
                <a:cs typeface="Matter SQ" pitchFamily="2" charset="77"/>
              </a:rPr>
              <a:t>Understand our build methodologies and the capabilities of Agent Studio, the PolyAI platform</a:t>
            </a:r>
          </a:p>
        </p:txBody>
      </p:sp>
      <p:sp>
        <p:nvSpPr>
          <p:cNvPr id="434" name="1">
            <a:extLst>
              <a:ext uri="{FF2B5EF4-FFF2-40B4-BE49-F238E27FC236}">
                <a16:creationId xmlns:a16="http://schemas.microsoft.com/office/drawing/2014/main" id="{8FB03B7E-81F1-42AA-D8B1-CAEA74F51F98}"/>
              </a:ext>
            </a:extLst>
          </p:cNvPr>
          <p:cNvSpPr txBox="1"/>
          <p:nvPr/>
        </p:nvSpPr>
        <p:spPr>
          <a:xfrm>
            <a:off x="937895" y="2448000"/>
            <a:ext cx="253274" cy="666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8000">
                <a:solidFill>
                  <a:srgbClr val="D9EE50"/>
                </a:solidFill>
                <a:latin typeface="Matter SQ Bold"/>
                <a:ea typeface="Matter SQ Bold"/>
                <a:cs typeface="Matter SQ Bold"/>
                <a:sym typeface="Matter SQ Bold"/>
              </a:defRPr>
            </a:lvl1pPr>
          </a:lstStyle>
          <a:p>
            <a:r>
              <a:rPr sz="4000" dirty="0"/>
              <a:t>1</a:t>
            </a:r>
          </a:p>
        </p:txBody>
      </p:sp>
      <p:sp>
        <p:nvSpPr>
          <p:cNvPr id="2" name="Text Placeholder 1">
            <a:extLst>
              <a:ext uri="{FF2B5EF4-FFF2-40B4-BE49-F238E27FC236}">
                <a16:creationId xmlns:a16="http://schemas.microsoft.com/office/drawing/2014/main" id="{9CBF8233-A3A0-D95E-CD9F-E787355340B0}"/>
              </a:ext>
            </a:extLst>
          </p:cNvPr>
          <p:cNvSpPr txBox="1">
            <a:spLocks/>
          </p:cNvSpPr>
          <p:nvPr/>
        </p:nvSpPr>
        <p:spPr>
          <a:xfrm>
            <a:off x="1992718" y="3281440"/>
            <a:ext cx="2505425" cy="33783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412750" rtl="0" eaLnBrk="1" latinLnBrk="0" hangingPunct="1">
              <a:lnSpc>
                <a:spcPct val="100000"/>
              </a:lnSpc>
              <a:spcBef>
                <a:spcPts val="2550"/>
              </a:spcBef>
              <a:spcAft>
                <a:spcPts val="0"/>
              </a:spcAft>
              <a:buClrTx/>
              <a:buSzTx/>
              <a:buFont typeface="Arial"/>
              <a:buNone/>
              <a:tabLst/>
              <a:defRPr sz="1500" b="0" i="0" u="none" strike="noStrike" cap="none" spc="-14" baseline="0">
                <a:solidFill>
                  <a:srgbClr val="FFFFFF"/>
                </a:solidFill>
                <a:uFillTx/>
                <a:latin typeface="Helvetica"/>
                <a:ea typeface="Helvetica"/>
                <a:cs typeface="Helvetica"/>
                <a:sym typeface="Helvetica"/>
              </a:defRPr>
            </a:lvl1pPr>
            <a:lvl2pPr marL="0" marR="0" indent="228600" algn="l" defTabSz="412750" rtl="0" eaLnBrk="1" latinLnBrk="0" hangingPunct="1">
              <a:lnSpc>
                <a:spcPct val="100000"/>
              </a:lnSpc>
              <a:spcBef>
                <a:spcPts val="2550"/>
              </a:spcBef>
              <a:spcAft>
                <a:spcPts val="0"/>
              </a:spcAft>
              <a:buClrTx/>
              <a:buSzTx/>
              <a:buFont typeface="Arial"/>
              <a:buNone/>
              <a:tabLst/>
              <a:defRPr sz="1500" b="0" i="0" u="none" strike="noStrike" cap="none" spc="-14" baseline="0">
                <a:solidFill>
                  <a:srgbClr val="FFFFFF"/>
                </a:solidFill>
                <a:uFillTx/>
                <a:latin typeface="Helvetica"/>
                <a:ea typeface="Helvetica"/>
                <a:cs typeface="Helvetica"/>
                <a:sym typeface="Helvetica"/>
              </a:defRPr>
            </a:lvl2pPr>
            <a:lvl3pPr marL="0" marR="0" indent="457200" algn="l" defTabSz="412750" rtl="0" eaLnBrk="1" latinLnBrk="0" hangingPunct="1">
              <a:lnSpc>
                <a:spcPct val="100000"/>
              </a:lnSpc>
              <a:spcBef>
                <a:spcPts val="2550"/>
              </a:spcBef>
              <a:spcAft>
                <a:spcPts val="0"/>
              </a:spcAft>
              <a:buClrTx/>
              <a:buSzTx/>
              <a:buFont typeface="Arial"/>
              <a:buNone/>
              <a:tabLst/>
              <a:defRPr sz="1500" b="0" i="0" u="none" strike="noStrike" cap="none" spc="-14" baseline="0">
                <a:solidFill>
                  <a:srgbClr val="FFFFFF"/>
                </a:solidFill>
                <a:uFillTx/>
                <a:latin typeface="Helvetica"/>
                <a:ea typeface="Helvetica"/>
                <a:cs typeface="Helvetica"/>
                <a:sym typeface="Helvetica"/>
              </a:defRPr>
            </a:lvl3pPr>
            <a:lvl4pPr marL="0" marR="0" indent="685800" algn="l" defTabSz="412750" rtl="0" eaLnBrk="1" latinLnBrk="0" hangingPunct="1">
              <a:lnSpc>
                <a:spcPct val="100000"/>
              </a:lnSpc>
              <a:spcBef>
                <a:spcPts val="2550"/>
              </a:spcBef>
              <a:spcAft>
                <a:spcPts val="0"/>
              </a:spcAft>
              <a:buClrTx/>
              <a:buSzTx/>
              <a:buFont typeface="Arial"/>
              <a:buNone/>
              <a:tabLst/>
              <a:defRPr sz="1500" b="0" i="0" u="none" strike="noStrike" cap="none" spc="-14" baseline="0">
                <a:solidFill>
                  <a:srgbClr val="FFFFFF"/>
                </a:solidFill>
                <a:uFillTx/>
                <a:latin typeface="Helvetica"/>
                <a:ea typeface="Helvetica"/>
                <a:cs typeface="Helvetica"/>
                <a:sym typeface="Helvetica"/>
              </a:defRPr>
            </a:lvl4pPr>
            <a:lvl5pPr marL="0" marR="0" indent="914400" algn="l" defTabSz="412750" rtl="0" eaLnBrk="1" latinLnBrk="0" hangingPunct="1">
              <a:lnSpc>
                <a:spcPct val="100000"/>
              </a:lnSpc>
              <a:spcBef>
                <a:spcPts val="2550"/>
              </a:spcBef>
              <a:spcAft>
                <a:spcPts val="0"/>
              </a:spcAft>
              <a:buClrTx/>
              <a:buSzTx/>
              <a:buFont typeface="Arial"/>
              <a:buNone/>
              <a:tabLst/>
              <a:defRPr sz="1500" b="0" i="0" u="none" strike="noStrike" cap="none" spc="-14" baseline="0">
                <a:solidFill>
                  <a:srgbClr val="FFFFFF"/>
                </a:solidFill>
                <a:uFillTx/>
                <a:latin typeface="Helvetica"/>
                <a:ea typeface="Helvetica"/>
                <a:cs typeface="Helvetica"/>
                <a:sym typeface="Helvetica"/>
              </a:defRPr>
            </a:lvl5pPr>
            <a:lvl6pPr marL="12954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r>
              <a:rPr lang="en-US" sz="1400" kern="0" dirty="0">
                <a:solidFill>
                  <a:schemeClr val="tx1"/>
                </a:solidFill>
                <a:latin typeface="Matter SQ" pitchFamily="2" charset="77"/>
                <a:cs typeface="Matter SQ" pitchFamily="2" charset="77"/>
              </a:rPr>
              <a:t>What is Agent Studio?</a:t>
            </a:r>
          </a:p>
        </p:txBody>
      </p:sp>
      <p:sp>
        <p:nvSpPr>
          <p:cNvPr id="3" name="Text Placeholder 1">
            <a:extLst>
              <a:ext uri="{FF2B5EF4-FFF2-40B4-BE49-F238E27FC236}">
                <a16:creationId xmlns:a16="http://schemas.microsoft.com/office/drawing/2014/main" id="{F3AC2F79-34DF-5D85-B95C-F24E40D4ACF6}"/>
              </a:ext>
            </a:extLst>
          </p:cNvPr>
          <p:cNvSpPr txBox="1">
            <a:spLocks/>
          </p:cNvSpPr>
          <p:nvPr/>
        </p:nvSpPr>
        <p:spPr>
          <a:xfrm>
            <a:off x="1990312" y="3703594"/>
            <a:ext cx="4105688" cy="33783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2286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4572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6858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9144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r>
              <a:rPr lang="en-US" sz="1400" kern="0" dirty="0">
                <a:solidFill>
                  <a:schemeClr val="tx1"/>
                </a:solidFill>
                <a:latin typeface="Matter SQ" pitchFamily="2" charset="77"/>
                <a:cs typeface="Matter SQ" pitchFamily="2" charset="77"/>
              </a:rPr>
              <a:t>The PolyAI Difference</a:t>
            </a:r>
          </a:p>
        </p:txBody>
      </p:sp>
      <p:sp>
        <p:nvSpPr>
          <p:cNvPr id="4" name="Text Placeholder 1">
            <a:extLst>
              <a:ext uri="{FF2B5EF4-FFF2-40B4-BE49-F238E27FC236}">
                <a16:creationId xmlns:a16="http://schemas.microsoft.com/office/drawing/2014/main" id="{F77D3FBA-65FE-5E8F-13FC-03BD909C19C6}"/>
              </a:ext>
            </a:extLst>
          </p:cNvPr>
          <p:cNvSpPr txBox="1">
            <a:spLocks/>
          </p:cNvSpPr>
          <p:nvPr/>
        </p:nvSpPr>
        <p:spPr>
          <a:xfrm>
            <a:off x="1990312" y="4125748"/>
            <a:ext cx="4105688" cy="33783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2286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4572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6858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9144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r>
              <a:rPr lang="en-US" sz="1400" kern="0" dirty="0">
                <a:solidFill>
                  <a:schemeClr val="tx1"/>
                </a:solidFill>
                <a:latin typeface="Matter SQ" pitchFamily="2" charset="77"/>
                <a:cs typeface="Matter SQ" pitchFamily="2" charset="77"/>
              </a:rPr>
              <a:t>Agent Studio Platform Tour</a:t>
            </a:r>
          </a:p>
        </p:txBody>
      </p:sp>
      <p:sp>
        <p:nvSpPr>
          <p:cNvPr id="5" name="Text Placeholder 1">
            <a:extLst>
              <a:ext uri="{FF2B5EF4-FFF2-40B4-BE49-F238E27FC236}">
                <a16:creationId xmlns:a16="http://schemas.microsoft.com/office/drawing/2014/main" id="{15C2DC6B-8434-026B-7819-AF4022578212}"/>
              </a:ext>
            </a:extLst>
          </p:cNvPr>
          <p:cNvSpPr txBox="1">
            <a:spLocks/>
          </p:cNvSpPr>
          <p:nvPr/>
        </p:nvSpPr>
        <p:spPr>
          <a:xfrm>
            <a:off x="1990312" y="4547902"/>
            <a:ext cx="4105688" cy="33783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2286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4572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6858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9144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r>
              <a:rPr lang="en-US" sz="1400" kern="0" dirty="0">
                <a:solidFill>
                  <a:schemeClr val="tx1"/>
                </a:solidFill>
                <a:latin typeface="Matter SQ" pitchFamily="2" charset="77"/>
                <a:cs typeface="Matter SQ" pitchFamily="2" charset="77"/>
              </a:rPr>
              <a:t>Recap and Next Session Preview</a:t>
            </a:r>
          </a:p>
        </p:txBody>
      </p:sp>
      <p:sp>
        <p:nvSpPr>
          <p:cNvPr id="6" name="Text Placeholder 1">
            <a:extLst>
              <a:ext uri="{FF2B5EF4-FFF2-40B4-BE49-F238E27FC236}">
                <a16:creationId xmlns:a16="http://schemas.microsoft.com/office/drawing/2014/main" id="{19B5A0C0-3146-F09A-3E82-1A5B87D3FC03}"/>
              </a:ext>
            </a:extLst>
          </p:cNvPr>
          <p:cNvSpPr txBox="1">
            <a:spLocks/>
          </p:cNvSpPr>
          <p:nvPr/>
        </p:nvSpPr>
        <p:spPr>
          <a:xfrm>
            <a:off x="1990312" y="4970056"/>
            <a:ext cx="4105688" cy="33783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lvl1pPr marL="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1pPr>
            <a:lvl2pPr marL="2286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2pPr>
            <a:lvl3pPr marL="4572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3pPr>
            <a:lvl4pPr marL="6858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4pPr>
            <a:lvl5pPr marL="914400" marR="0" indent="0" algn="l" defTabSz="914400" rtl="0" eaLnBrk="1" latinLnBrk="0" hangingPunct="1">
              <a:lnSpc>
                <a:spcPct val="114000"/>
              </a:lnSpc>
              <a:spcBef>
                <a:spcPts val="800"/>
              </a:spcBef>
              <a:spcAft>
                <a:spcPts val="0"/>
              </a:spcAft>
              <a:buClrTx/>
              <a:buSzPct val="100000"/>
              <a:buFont typeface="Arial"/>
              <a:buNone/>
              <a:tabLst/>
              <a:defRPr sz="1200" b="0" i="0" u="none" strike="noStrike" cap="none" spc="0" baseline="0">
                <a:solidFill>
                  <a:schemeClr val="accent1"/>
                </a:solidFill>
                <a:uFillTx/>
                <a:latin typeface="Basis Grotesque Mono Pro" panose="020B0509050301040203" pitchFamily="49" charset="0"/>
                <a:ea typeface="Basis Grotesque Mono Pro" panose="020B0509050301040203" pitchFamily="49" charset="0"/>
                <a:cs typeface="Matter SQ Medium" pitchFamily="2" charset="77"/>
                <a:sym typeface="Poppins Light"/>
              </a:defRPr>
            </a:lvl5pPr>
            <a:lvl6pPr marL="12954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6pPr>
            <a:lvl7pPr marL="15240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7pPr>
            <a:lvl8pPr marL="17526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8pPr>
            <a:lvl9pPr marL="1981200" marR="0" indent="-152400" algn="just" defTabSz="914400" rtl="0" eaLnBrk="1" latinLnBrk="0" hangingPunct="1">
              <a:lnSpc>
                <a:spcPct val="90000"/>
              </a:lnSpc>
              <a:spcBef>
                <a:spcPts val="800"/>
              </a:spcBef>
              <a:spcAft>
                <a:spcPts val="0"/>
              </a:spcAft>
              <a:buClrTx/>
              <a:buSzPct val="100000"/>
              <a:buFont typeface="Arial"/>
              <a:buChar char="•"/>
              <a:tabLst/>
              <a:defRPr sz="1200" b="0" i="0" u="none" strike="noStrike" cap="none" spc="0" baseline="0">
                <a:solidFill>
                  <a:schemeClr val="accent5"/>
                </a:solidFill>
                <a:uFillTx/>
                <a:latin typeface="Poppins Light"/>
                <a:ea typeface="Poppins Light"/>
                <a:cs typeface="Poppins Light"/>
                <a:sym typeface="Poppins Light"/>
              </a:defRPr>
            </a:lvl9pPr>
          </a:lstStyle>
          <a:p>
            <a:r>
              <a:rPr lang="en-US" sz="1400" kern="0" dirty="0">
                <a:solidFill>
                  <a:schemeClr val="tx1"/>
                </a:solidFill>
                <a:latin typeface="Matter SQ" pitchFamily="2" charset="77"/>
                <a:cs typeface="Matter SQ" pitchFamily="2" charset="77"/>
              </a:rPr>
              <a:t>Questions</a:t>
            </a:r>
          </a:p>
        </p:txBody>
      </p:sp>
      <p:pic>
        <p:nvPicPr>
          <p:cNvPr id="7" name="Graphic 6">
            <a:extLst>
              <a:ext uri="{FF2B5EF4-FFF2-40B4-BE49-F238E27FC236}">
                <a16:creationId xmlns:a16="http://schemas.microsoft.com/office/drawing/2014/main" id="{3108B724-265A-A95A-4118-5EDE40A886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11556" y="3274930"/>
            <a:ext cx="266522" cy="266522"/>
          </a:xfrm>
          <a:prstGeom prst="rect">
            <a:avLst/>
          </a:prstGeom>
        </p:spPr>
      </p:pic>
      <p:pic>
        <p:nvPicPr>
          <p:cNvPr id="8" name="Graphic 7">
            <a:extLst>
              <a:ext uri="{FF2B5EF4-FFF2-40B4-BE49-F238E27FC236}">
                <a16:creationId xmlns:a16="http://schemas.microsoft.com/office/drawing/2014/main" id="{FCB3E604-6351-7778-50AD-B456CF4C725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1638677" y="3719531"/>
            <a:ext cx="212279" cy="212279"/>
          </a:xfrm>
          <a:prstGeom prst="rect">
            <a:avLst/>
          </a:prstGeom>
        </p:spPr>
      </p:pic>
      <p:pic>
        <p:nvPicPr>
          <p:cNvPr id="9" name="Graphic 8">
            <a:extLst>
              <a:ext uri="{FF2B5EF4-FFF2-40B4-BE49-F238E27FC236}">
                <a16:creationId xmlns:a16="http://schemas.microsoft.com/office/drawing/2014/main" id="{110F0354-B183-4245-D7ED-B6342A143B3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13000" y="4166094"/>
            <a:ext cx="237956" cy="190365"/>
          </a:xfrm>
          <a:prstGeom prst="rect">
            <a:avLst/>
          </a:prstGeom>
        </p:spPr>
      </p:pic>
      <p:pic>
        <p:nvPicPr>
          <p:cNvPr id="10" name="Graphic 9">
            <a:extLst>
              <a:ext uri="{FF2B5EF4-FFF2-40B4-BE49-F238E27FC236}">
                <a16:creationId xmlns:a16="http://schemas.microsoft.com/office/drawing/2014/main" id="{71AC2DBF-718A-CA2E-73CA-AEAA968D70C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25838" y="4576591"/>
            <a:ext cx="212279" cy="212279"/>
          </a:xfrm>
          <a:prstGeom prst="rect">
            <a:avLst/>
          </a:prstGeom>
        </p:spPr>
      </p:pic>
      <p:pic>
        <p:nvPicPr>
          <p:cNvPr id="11" name="Graphic 10">
            <a:extLst>
              <a:ext uri="{FF2B5EF4-FFF2-40B4-BE49-F238E27FC236}">
                <a16:creationId xmlns:a16="http://schemas.microsoft.com/office/drawing/2014/main" id="{04CCB381-0BEC-170E-DEFD-8766787E240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648850" y="5008449"/>
            <a:ext cx="166254" cy="133003"/>
          </a:xfrm>
          <a:prstGeom prst="rect">
            <a:avLst/>
          </a:prstGeom>
        </p:spPr>
      </p:pic>
    </p:spTree>
    <p:extLst>
      <p:ext uri="{BB962C8B-B14F-4D97-AF65-F5344CB8AC3E}">
        <p14:creationId xmlns:p14="http://schemas.microsoft.com/office/powerpoint/2010/main" val="64902183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Agent Studio is PolyAI’s virtual agent command center, where you’ll manage your agent’s performance."/>
          <p:cNvSpPr txBox="1"/>
          <p:nvPr/>
        </p:nvSpPr>
        <p:spPr>
          <a:xfrm>
            <a:off x="549920" y="1550106"/>
            <a:ext cx="6336093" cy="6093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lvl1pPr algn="l" defTabSz="825500">
              <a:spcBef>
                <a:spcPts val="5100"/>
              </a:spcBef>
              <a:defRPr sz="3000" spc="-29">
                <a:solidFill>
                  <a:srgbClr val="848484"/>
                </a:solidFill>
                <a:latin typeface="Basis Grotesque Mono Pro Regular"/>
                <a:ea typeface="Basis Grotesque Mono Pro Regular"/>
                <a:cs typeface="Basis Grotesque Mono Pro Regular"/>
                <a:sym typeface="Basis Grotesque Mono Pro Regular"/>
              </a:defRPr>
            </a:lvl1pPr>
          </a:lstStyle>
          <a:p>
            <a:r>
              <a:rPr sz="1500" dirty="0"/>
              <a:t>Agent Studio is </a:t>
            </a:r>
            <a:r>
              <a:rPr sz="1500" dirty="0" err="1"/>
              <a:t>PolyAI’s</a:t>
            </a:r>
            <a:r>
              <a:rPr sz="1500" dirty="0"/>
              <a:t> virtual agent command center, where you’ll manage your agent’s performance.</a:t>
            </a:r>
          </a:p>
        </p:txBody>
      </p:sp>
      <p:sp>
        <p:nvSpPr>
          <p:cNvPr id="361" name="Build Process"/>
          <p:cNvSpPr txBox="1"/>
          <p:nvPr/>
        </p:nvSpPr>
        <p:spPr>
          <a:xfrm>
            <a:off x="62249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000000"/>
                </a:solidFill>
                <a:latin typeface="Basis Grotesque Mono Pro Regular"/>
                <a:ea typeface="Basis Grotesque Mono Pro Regular"/>
                <a:cs typeface="Basis Grotesque Mono Pro Regular"/>
                <a:sym typeface="Basis Grotesque Mono Pro Regular"/>
              </a:defRPr>
            </a:lvl1pPr>
          </a:lstStyle>
          <a:p>
            <a:r>
              <a:rPr lang="en-GB" sz="850" dirty="0"/>
              <a:t>What is Agent Studio?</a:t>
            </a:r>
            <a:endParaRPr sz="850" dirty="0"/>
          </a:p>
        </p:txBody>
      </p:sp>
      <p:sp>
        <p:nvSpPr>
          <p:cNvPr id="362" name="Tracking The Build"/>
          <p:cNvSpPr txBox="1"/>
          <p:nvPr/>
        </p:nvSpPr>
        <p:spPr>
          <a:xfrm>
            <a:off x="230647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B5B5B5"/>
                </a:solidFill>
                <a:latin typeface="Basis Grotesque Mono Pro Regular"/>
                <a:ea typeface="Basis Grotesque Mono Pro Regular"/>
                <a:cs typeface="Basis Grotesque Mono Pro Regular"/>
                <a:sym typeface="Basis Grotesque Mono Pro Regular"/>
              </a:defRPr>
            </a:lvl1pPr>
          </a:lstStyle>
          <a:p>
            <a:r>
              <a:rPr lang="en-GB" sz="850" dirty="0"/>
              <a:t>Two of the Same</a:t>
            </a:r>
            <a:endParaRPr sz="850" dirty="0"/>
          </a:p>
        </p:txBody>
      </p:sp>
      <p:pic>
        <p:nvPicPr>
          <p:cNvPr id="363" name="Screenshot 2025-09-22 at 16.00.49.png" descr="Screenshot 2025-09-22 at 16.00.49.png"/>
          <p:cNvPicPr>
            <a:picLocks noChangeAspect="1"/>
          </p:cNvPicPr>
          <p:nvPr/>
        </p:nvPicPr>
        <p:blipFill>
          <a:blip r:embed="rId2"/>
          <a:stretch>
            <a:fillRect/>
          </a:stretch>
        </p:blipFill>
        <p:spPr>
          <a:xfrm>
            <a:off x="8929743" y="777104"/>
            <a:ext cx="3281927" cy="5541389"/>
          </a:xfrm>
          <a:prstGeom prst="rect">
            <a:avLst/>
          </a:prstGeom>
          <a:ln w="12700">
            <a:miter lim="400000"/>
          </a:ln>
          <a:effectLst>
            <a:outerShdw blurRad="63500" dist="25400" dir="5400000" rotWithShape="0">
              <a:srgbClr val="000000">
                <a:alpha val="50000"/>
              </a:srgbClr>
            </a:outerShdw>
          </a:effectLst>
        </p:spPr>
      </p:pic>
      <p:sp>
        <p:nvSpPr>
          <p:cNvPr id="364" name="Use agentic features such as smart analyst to dive deep into your data and call patterns. There’s no need to spend hours listening to calls, our AI surfaces the best and the worst for you to action."/>
          <p:cNvSpPr txBox="1"/>
          <p:nvPr/>
        </p:nvSpPr>
        <p:spPr>
          <a:xfrm>
            <a:off x="591558" y="2325563"/>
            <a:ext cx="4363179" cy="12240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p>
            <a:pPr>
              <a:spcBef>
                <a:spcPts val="750"/>
              </a:spcBef>
              <a:defRPr sz="3000">
                <a:solidFill>
                  <a:srgbClr val="231F20"/>
                </a:solidFill>
                <a:latin typeface="Matter SQ Bold"/>
                <a:ea typeface="Matter SQ Bold"/>
                <a:cs typeface="Matter SQ Bold"/>
                <a:sym typeface="Matter SQ Bold"/>
              </a:defRPr>
            </a:pPr>
            <a:endParaRPr sz="1500" dirty="0"/>
          </a:p>
          <a:p>
            <a:pPr lvl="1">
              <a:spcBef>
                <a:spcPts val="750"/>
              </a:spcBef>
              <a:defRPr sz="2700">
                <a:solidFill>
                  <a:srgbClr val="231F20"/>
                </a:solidFill>
                <a:latin typeface="+mj-lt"/>
                <a:ea typeface="+mj-ea"/>
                <a:cs typeface="+mj-cs"/>
                <a:sym typeface="Matter SQ Regular"/>
              </a:defRPr>
            </a:pPr>
            <a:r>
              <a:rPr sz="1350" dirty="0">
                <a:latin typeface="Matter SQ" pitchFamily="2" charset="77"/>
                <a:cs typeface="Matter SQ" pitchFamily="2" charset="77"/>
              </a:rPr>
              <a:t>Use agentic features such as smart analyst to dive deep into your data and call patterns. There’s no need to spend hours listening to calls, our AI surfaces the best and the worst for you to action.</a:t>
            </a:r>
          </a:p>
        </p:txBody>
      </p:sp>
      <p:sp>
        <p:nvSpPr>
          <p:cNvPr id="365" name="Update and Build…"/>
          <p:cNvSpPr txBox="1"/>
          <p:nvPr/>
        </p:nvSpPr>
        <p:spPr>
          <a:xfrm>
            <a:off x="591558" y="3929460"/>
            <a:ext cx="4363179" cy="10109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lvl1pPr algn="l">
              <a:spcBef>
                <a:spcPts val="1500"/>
              </a:spcBef>
              <a:defRPr sz="3000">
                <a:solidFill>
                  <a:srgbClr val="231F20"/>
                </a:solidFill>
                <a:latin typeface="Matter SQ Bold"/>
                <a:ea typeface="Matter SQ Bold"/>
                <a:cs typeface="Matter SQ Bold"/>
                <a:sym typeface="Matter SQ Bold"/>
              </a:defRPr>
            </a:lvl1pPr>
            <a:lvl2pPr algn="l">
              <a:spcBef>
                <a:spcPts val="1500"/>
              </a:spcBef>
              <a:defRPr sz="2700">
                <a:solidFill>
                  <a:srgbClr val="231F20"/>
                </a:solidFill>
                <a:latin typeface="+mj-lt"/>
                <a:ea typeface="+mj-ea"/>
                <a:cs typeface="+mj-cs"/>
                <a:sym typeface="Matter SQ Regular"/>
              </a:defRPr>
            </a:lvl2pPr>
          </a:lstStyle>
          <a:p>
            <a:r>
              <a:rPr sz="1500" dirty="0"/>
              <a:t>Update and Build</a:t>
            </a:r>
          </a:p>
          <a:p>
            <a:pPr lvl="1"/>
            <a:r>
              <a:rPr sz="1350" dirty="0">
                <a:latin typeface="Matter SQ" pitchFamily="2" charset="77"/>
                <a:cs typeface="Matter SQ" pitchFamily="2" charset="77"/>
              </a:rPr>
              <a:t>When you hear a call that could have been better, intuitive builder tools allow you to easily update facts, hours, personality, voices and more.</a:t>
            </a:r>
          </a:p>
        </p:txBody>
      </p:sp>
      <p:sp>
        <p:nvSpPr>
          <p:cNvPr id="367" name="Manage and Analyze"/>
          <p:cNvSpPr txBox="1"/>
          <p:nvPr/>
        </p:nvSpPr>
        <p:spPr>
          <a:xfrm>
            <a:off x="591558" y="2325563"/>
            <a:ext cx="4363179" cy="345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lvl1pPr algn="l">
              <a:spcBef>
                <a:spcPts val="1500"/>
              </a:spcBef>
              <a:defRPr sz="3000">
                <a:solidFill>
                  <a:srgbClr val="231F20"/>
                </a:solidFill>
                <a:latin typeface="Matter SQ Bold"/>
                <a:ea typeface="Matter SQ Bold"/>
                <a:cs typeface="Matter SQ Bold"/>
                <a:sym typeface="Matter SQ Bold"/>
              </a:defRPr>
            </a:lvl1pPr>
          </a:lstStyle>
          <a:p>
            <a:r>
              <a:rPr sz="1500"/>
              <a:t>Manage and Analyze</a:t>
            </a:r>
          </a:p>
        </p:txBody>
      </p:sp>
      <p:sp>
        <p:nvSpPr>
          <p:cNvPr id="4" name="Agent Studio | Training">
            <a:extLst>
              <a:ext uri="{FF2B5EF4-FFF2-40B4-BE49-F238E27FC236}">
                <a16:creationId xmlns:a16="http://schemas.microsoft.com/office/drawing/2014/main" id="{612CF05A-00EE-BB96-E0EC-3E6758CD803F}"/>
              </a:ext>
            </a:extLst>
          </p:cNvPr>
          <p:cNvSpPr txBox="1">
            <a:spLocks/>
          </p:cNvSpPr>
          <p:nvPr/>
        </p:nvSpPr>
        <p:spPr>
          <a:xfrm>
            <a:off x="529561" y="753772"/>
            <a:ext cx="10985501" cy="85483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marL="0" marR="0" indent="0" algn="l" defTabSz="914400" rtl="0" eaLnBrk="1" latinLnBrk="0" hangingPunct="1">
              <a:lnSpc>
                <a:spcPct val="100000"/>
              </a:lnSpc>
              <a:spcBef>
                <a:spcPts val="0"/>
              </a:spcBef>
              <a:spcAft>
                <a:spcPts val="0"/>
              </a:spcAft>
              <a:buClrTx/>
              <a:buSzTx/>
              <a:buFontTx/>
              <a:buNone/>
              <a:tabLst/>
              <a:defRPr sz="8000" b="0" i="0" u="none" strike="noStrike" cap="none" spc="-159" baseline="0">
                <a:solidFill>
                  <a:srgbClr val="000000"/>
                </a:solidFill>
                <a:uFillTx/>
                <a:latin typeface="+mj-lt"/>
                <a:ea typeface="+mj-ea"/>
                <a:cs typeface="+mj-cs"/>
                <a:sym typeface="Matter SQ Regular"/>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r>
              <a:rPr lang="en-GB" sz="3600" kern="0" dirty="0">
                <a:latin typeface="Matter SQ" pitchFamily="2" charset="77"/>
                <a:cs typeface="Matter SQ" pitchFamily="2" charset="77"/>
              </a:rPr>
              <a:t>What is Agent Studio?</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7F539-F9F0-CD05-7881-7BEEC1A351D7}"/>
            </a:ext>
          </a:extLst>
        </p:cNvPr>
        <p:cNvGrpSpPr/>
        <p:nvPr/>
      </p:nvGrpSpPr>
      <p:grpSpPr>
        <a:xfrm>
          <a:off x="0" y="0"/>
          <a:ext cx="0" cy="0"/>
          <a:chOff x="0" y="0"/>
          <a:chExt cx="0" cy="0"/>
        </a:xfrm>
      </p:grpSpPr>
      <p:sp>
        <p:nvSpPr>
          <p:cNvPr id="360" name="Agent Studio is PolyAI’s virtual agent command center, where you’ll manage your agent’s performance.">
            <a:extLst>
              <a:ext uri="{FF2B5EF4-FFF2-40B4-BE49-F238E27FC236}">
                <a16:creationId xmlns:a16="http://schemas.microsoft.com/office/drawing/2014/main" id="{D1BA1696-35D1-278E-8EA5-59ECDB00D509}"/>
              </a:ext>
            </a:extLst>
          </p:cNvPr>
          <p:cNvSpPr txBox="1"/>
          <p:nvPr/>
        </p:nvSpPr>
        <p:spPr>
          <a:xfrm>
            <a:off x="549920" y="1550106"/>
            <a:ext cx="6336093" cy="6093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lvl1pPr algn="l" defTabSz="825500">
              <a:spcBef>
                <a:spcPts val="5100"/>
              </a:spcBef>
              <a:defRPr sz="3000" spc="-29">
                <a:solidFill>
                  <a:srgbClr val="848484"/>
                </a:solidFill>
                <a:latin typeface="Basis Grotesque Mono Pro Regular"/>
                <a:ea typeface="Basis Grotesque Mono Pro Regular"/>
                <a:cs typeface="Basis Grotesque Mono Pro Regular"/>
                <a:sym typeface="Basis Grotesque Mono Pro Regular"/>
              </a:defRPr>
            </a:lvl1pPr>
          </a:lstStyle>
          <a:p>
            <a:r>
              <a:rPr sz="1500" dirty="0"/>
              <a:t>Agent Studio is </a:t>
            </a:r>
            <a:r>
              <a:rPr sz="1500" dirty="0" err="1"/>
              <a:t>PolyAI’s</a:t>
            </a:r>
            <a:r>
              <a:rPr sz="1500" dirty="0"/>
              <a:t> virtual agent command center, where you’ll manage your agent’s performance.</a:t>
            </a:r>
          </a:p>
        </p:txBody>
      </p:sp>
      <p:sp>
        <p:nvSpPr>
          <p:cNvPr id="361" name="Build Process">
            <a:extLst>
              <a:ext uri="{FF2B5EF4-FFF2-40B4-BE49-F238E27FC236}">
                <a16:creationId xmlns:a16="http://schemas.microsoft.com/office/drawing/2014/main" id="{01764BC7-9CDF-13F3-288D-2BEA6B14FF99}"/>
              </a:ext>
            </a:extLst>
          </p:cNvPr>
          <p:cNvSpPr txBox="1"/>
          <p:nvPr/>
        </p:nvSpPr>
        <p:spPr>
          <a:xfrm>
            <a:off x="62249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000000"/>
                </a:solidFill>
                <a:latin typeface="Basis Grotesque Mono Pro Regular"/>
                <a:ea typeface="Basis Grotesque Mono Pro Regular"/>
                <a:cs typeface="Basis Grotesque Mono Pro Regular"/>
                <a:sym typeface="Basis Grotesque Mono Pro Regular"/>
              </a:defRPr>
            </a:lvl1pPr>
          </a:lstStyle>
          <a:p>
            <a:r>
              <a:rPr lang="en-GB" sz="850" dirty="0"/>
              <a:t>What is Agent Studio?</a:t>
            </a:r>
            <a:endParaRPr sz="850" dirty="0"/>
          </a:p>
        </p:txBody>
      </p:sp>
      <p:sp>
        <p:nvSpPr>
          <p:cNvPr id="362" name="Tracking The Build">
            <a:extLst>
              <a:ext uri="{FF2B5EF4-FFF2-40B4-BE49-F238E27FC236}">
                <a16:creationId xmlns:a16="http://schemas.microsoft.com/office/drawing/2014/main" id="{018E8D14-521B-C339-BA45-AB27C2DB7DC3}"/>
              </a:ext>
            </a:extLst>
          </p:cNvPr>
          <p:cNvSpPr txBox="1"/>
          <p:nvPr/>
        </p:nvSpPr>
        <p:spPr>
          <a:xfrm>
            <a:off x="230647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B5B5B5"/>
                </a:solidFill>
                <a:latin typeface="Basis Grotesque Mono Pro Regular"/>
                <a:ea typeface="Basis Grotesque Mono Pro Regular"/>
                <a:cs typeface="Basis Grotesque Mono Pro Regular"/>
                <a:sym typeface="Basis Grotesque Mono Pro Regular"/>
              </a:defRPr>
            </a:lvl1pPr>
          </a:lstStyle>
          <a:p>
            <a:r>
              <a:rPr lang="en-GB" sz="850" dirty="0"/>
              <a:t>Two of the Same</a:t>
            </a:r>
          </a:p>
        </p:txBody>
      </p:sp>
      <p:pic>
        <p:nvPicPr>
          <p:cNvPr id="363" name="Screenshot 2025-09-22 at 16.00.49.png" descr="Screenshot 2025-09-22 at 16.00.49.png">
            <a:extLst>
              <a:ext uri="{FF2B5EF4-FFF2-40B4-BE49-F238E27FC236}">
                <a16:creationId xmlns:a16="http://schemas.microsoft.com/office/drawing/2014/main" id="{FC5A93DD-89F7-64A8-12CE-F8A02720EB40}"/>
              </a:ext>
            </a:extLst>
          </p:cNvPr>
          <p:cNvPicPr>
            <a:picLocks noChangeAspect="1"/>
          </p:cNvPicPr>
          <p:nvPr/>
        </p:nvPicPr>
        <p:blipFill>
          <a:blip r:embed="rId2"/>
          <a:stretch>
            <a:fillRect/>
          </a:stretch>
        </p:blipFill>
        <p:spPr>
          <a:xfrm>
            <a:off x="8929743" y="777104"/>
            <a:ext cx="3281927" cy="5541389"/>
          </a:xfrm>
          <a:prstGeom prst="rect">
            <a:avLst/>
          </a:prstGeom>
          <a:ln w="12700">
            <a:miter lim="400000"/>
          </a:ln>
          <a:effectLst>
            <a:outerShdw blurRad="63500" dist="25400" dir="5400000" rotWithShape="0">
              <a:srgbClr val="000000">
                <a:alpha val="50000"/>
              </a:srgbClr>
            </a:outerShdw>
          </a:effectLst>
        </p:spPr>
      </p:pic>
      <p:sp>
        <p:nvSpPr>
          <p:cNvPr id="364" name="Use agentic features such as smart analyst to dive deep into your data and call patterns. There’s no need to spend hours listening to calls, our AI surfaces the best and the worst for you to action.">
            <a:extLst>
              <a:ext uri="{FF2B5EF4-FFF2-40B4-BE49-F238E27FC236}">
                <a16:creationId xmlns:a16="http://schemas.microsoft.com/office/drawing/2014/main" id="{19217D2F-4330-E335-7F9F-481C3F1B3480}"/>
              </a:ext>
            </a:extLst>
          </p:cNvPr>
          <p:cNvSpPr txBox="1"/>
          <p:nvPr/>
        </p:nvSpPr>
        <p:spPr>
          <a:xfrm>
            <a:off x="591558" y="2325563"/>
            <a:ext cx="4363179" cy="345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p>
            <a:pPr>
              <a:spcBef>
                <a:spcPts val="750"/>
              </a:spcBef>
              <a:defRPr sz="3000">
                <a:solidFill>
                  <a:srgbClr val="231F20"/>
                </a:solidFill>
                <a:latin typeface="Matter SQ Bold"/>
                <a:ea typeface="Matter SQ Bold"/>
                <a:cs typeface="Matter SQ Bold"/>
                <a:sym typeface="Matter SQ Bold"/>
              </a:defRPr>
            </a:pPr>
            <a:endParaRPr sz="1500" dirty="0"/>
          </a:p>
        </p:txBody>
      </p:sp>
      <p:sp>
        <p:nvSpPr>
          <p:cNvPr id="365" name="Update and Build…">
            <a:extLst>
              <a:ext uri="{FF2B5EF4-FFF2-40B4-BE49-F238E27FC236}">
                <a16:creationId xmlns:a16="http://schemas.microsoft.com/office/drawing/2014/main" id="{7E07C093-73C4-8F8E-BD11-98249B7530A2}"/>
              </a:ext>
            </a:extLst>
          </p:cNvPr>
          <p:cNvSpPr txBox="1"/>
          <p:nvPr/>
        </p:nvSpPr>
        <p:spPr>
          <a:xfrm>
            <a:off x="4223381" y="2325562"/>
            <a:ext cx="4363179" cy="345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lvl1pPr algn="l">
              <a:spcBef>
                <a:spcPts val="1500"/>
              </a:spcBef>
              <a:defRPr sz="3000">
                <a:solidFill>
                  <a:srgbClr val="231F20"/>
                </a:solidFill>
                <a:latin typeface="Matter SQ Bold"/>
                <a:ea typeface="Matter SQ Bold"/>
                <a:cs typeface="Matter SQ Bold"/>
                <a:sym typeface="Matter SQ Bold"/>
              </a:defRPr>
            </a:lvl1pPr>
            <a:lvl2pPr algn="l">
              <a:spcBef>
                <a:spcPts val="1500"/>
              </a:spcBef>
              <a:defRPr sz="2700">
                <a:solidFill>
                  <a:srgbClr val="231F20"/>
                </a:solidFill>
                <a:latin typeface="+mj-lt"/>
                <a:ea typeface="+mj-ea"/>
                <a:cs typeface="+mj-cs"/>
                <a:sym typeface="Matter SQ Regular"/>
              </a:defRPr>
            </a:lvl2pPr>
          </a:lstStyle>
          <a:p>
            <a:r>
              <a:rPr sz="1500" dirty="0"/>
              <a:t>Update and Build</a:t>
            </a:r>
          </a:p>
        </p:txBody>
      </p:sp>
      <p:sp>
        <p:nvSpPr>
          <p:cNvPr id="367" name="Manage and Analyze">
            <a:extLst>
              <a:ext uri="{FF2B5EF4-FFF2-40B4-BE49-F238E27FC236}">
                <a16:creationId xmlns:a16="http://schemas.microsoft.com/office/drawing/2014/main" id="{8A6DD1D4-AABF-E4A4-6C9F-7FC31217EFB5}"/>
              </a:ext>
            </a:extLst>
          </p:cNvPr>
          <p:cNvSpPr txBox="1"/>
          <p:nvPr/>
        </p:nvSpPr>
        <p:spPr>
          <a:xfrm>
            <a:off x="591558" y="2325563"/>
            <a:ext cx="4363179" cy="3458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lvl1pPr algn="l">
              <a:spcBef>
                <a:spcPts val="1500"/>
              </a:spcBef>
              <a:defRPr sz="3000">
                <a:solidFill>
                  <a:srgbClr val="231F20"/>
                </a:solidFill>
                <a:latin typeface="Matter SQ Bold"/>
                <a:ea typeface="Matter SQ Bold"/>
                <a:cs typeface="Matter SQ Bold"/>
                <a:sym typeface="Matter SQ Bold"/>
              </a:defRPr>
            </a:lvl1pPr>
          </a:lstStyle>
          <a:p>
            <a:r>
              <a:rPr sz="1500"/>
              <a:t>Manage and Analyze</a:t>
            </a:r>
          </a:p>
        </p:txBody>
      </p:sp>
      <p:sp>
        <p:nvSpPr>
          <p:cNvPr id="4" name="Agent Studio | Training">
            <a:extLst>
              <a:ext uri="{FF2B5EF4-FFF2-40B4-BE49-F238E27FC236}">
                <a16:creationId xmlns:a16="http://schemas.microsoft.com/office/drawing/2014/main" id="{682F6A48-8981-DFC6-5EBD-4300935F195D}"/>
              </a:ext>
            </a:extLst>
          </p:cNvPr>
          <p:cNvSpPr txBox="1">
            <a:spLocks/>
          </p:cNvSpPr>
          <p:nvPr/>
        </p:nvSpPr>
        <p:spPr>
          <a:xfrm>
            <a:off x="529561" y="753772"/>
            <a:ext cx="10985501" cy="85483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marL="0" marR="0" indent="0" algn="l" defTabSz="914400" rtl="0" eaLnBrk="1" latinLnBrk="0" hangingPunct="1">
              <a:lnSpc>
                <a:spcPct val="100000"/>
              </a:lnSpc>
              <a:spcBef>
                <a:spcPts val="0"/>
              </a:spcBef>
              <a:spcAft>
                <a:spcPts val="0"/>
              </a:spcAft>
              <a:buClrTx/>
              <a:buSzTx/>
              <a:buFontTx/>
              <a:buNone/>
              <a:tabLst/>
              <a:defRPr sz="8000" b="0" i="0" u="none" strike="noStrike" cap="none" spc="-159" baseline="0">
                <a:solidFill>
                  <a:srgbClr val="000000"/>
                </a:solidFill>
                <a:uFillTx/>
                <a:latin typeface="+mj-lt"/>
                <a:ea typeface="+mj-ea"/>
                <a:cs typeface="+mj-cs"/>
                <a:sym typeface="Matter SQ Regular"/>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r>
              <a:rPr lang="en-GB" sz="3600" kern="0" dirty="0">
                <a:latin typeface="Matter SQ" pitchFamily="2" charset="77"/>
                <a:cs typeface="Matter SQ" pitchFamily="2" charset="77"/>
              </a:rPr>
              <a:t>What is Agent Studio?</a:t>
            </a:r>
          </a:p>
        </p:txBody>
      </p:sp>
      <p:sp>
        <p:nvSpPr>
          <p:cNvPr id="5" name="TextBox 4">
            <a:extLst>
              <a:ext uri="{FF2B5EF4-FFF2-40B4-BE49-F238E27FC236}">
                <a16:creationId xmlns:a16="http://schemas.microsoft.com/office/drawing/2014/main" id="{B5AA7386-B09B-C922-6CF7-8E75217D88DF}"/>
              </a:ext>
            </a:extLst>
          </p:cNvPr>
          <p:cNvSpPr txBox="1"/>
          <p:nvPr/>
        </p:nvSpPr>
        <p:spPr>
          <a:xfrm>
            <a:off x="1963995" y="2876417"/>
            <a:ext cx="2596525" cy="30777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GB" sz="1400" dirty="0">
                <a:solidFill>
                  <a:schemeClr val="accent2"/>
                </a:solidFill>
                <a:latin typeface="Matter SQ" pitchFamily="2" charset="77"/>
                <a:cs typeface="Matter SQ" pitchFamily="2" charset="77"/>
              </a:rPr>
              <a:t>These are the same things!</a:t>
            </a:r>
            <a:endParaRPr lang="en-US" sz="1400" dirty="0">
              <a:solidFill>
                <a:schemeClr val="accent2"/>
              </a:solidFill>
            </a:endParaRPr>
          </a:p>
        </p:txBody>
      </p:sp>
      <p:cxnSp>
        <p:nvCxnSpPr>
          <p:cNvPr id="7" name="Straight Arrow Connector 6">
            <a:extLst>
              <a:ext uri="{FF2B5EF4-FFF2-40B4-BE49-F238E27FC236}">
                <a16:creationId xmlns:a16="http://schemas.microsoft.com/office/drawing/2014/main" id="{2723D945-54E9-B1FD-DAE1-1D2CB23F0892}"/>
              </a:ext>
            </a:extLst>
          </p:cNvPr>
          <p:cNvCxnSpPr>
            <a:stCxn id="5" idx="1"/>
          </p:cNvCxnSpPr>
          <p:nvPr/>
        </p:nvCxnSpPr>
        <p:spPr>
          <a:xfrm flipH="1" flipV="1">
            <a:off x="1531917" y="2671413"/>
            <a:ext cx="432078" cy="358893"/>
          </a:xfrm>
          <a:prstGeom prst="straightConnector1">
            <a:avLst/>
          </a:prstGeom>
          <a:noFill/>
          <a:ln w="25400" cap="flat">
            <a:solidFill>
              <a:schemeClr val="accent2"/>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9" name="Straight Arrow Connector 8">
            <a:extLst>
              <a:ext uri="{FF2B5EF4-FFF2-40B4-BE49-F238E27FC236}">
                <a16:creationId xmlns:a16="http://schemas.microsoft.com/office/drawing/2014/main" id="{95D58DAB-1445-A7E0-0E27-E54B0B390CE1}"/>
              </a:ext>
            </a:extLst>
          </p:cNvPr>
          <p:cNvCxnSpPr>
            <a:stCxn id="5" idx="3"/>
          </p:cNvCxnSpPr>
          <p:nvPr/>
        </p:nvCxnSpPr>
        <p:spPr>
          <a:xfrm flipV="1">
            <a:off x="4560520" y="2671413"/>
            <a:ext cx="394217" cy="358893"/>
          </a:xfrm>
          <a:prstGeom prst="straightConnector1">
            <a:avLst/>
          </a:prstGeom>
          <a:noFill/>
          <a:ln w="25400" cap="flat">
            <a:solidFill>
              <a:schemeClr val="accent2"/>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11" name="TextBox 10">
            <a:extLst>
              <a:ext uri="{FF2B5EF4-FFF2-40B4-BE49-F238E27FC236}">
                <a16:creationId xmlns:a16="http://schemas.microsoft.com/office/drawing/2014/main" id="{430262C5-6104-E85F-AB32-3A4680EC2F7A}"/>
              </a:ext>
            </a:extLst>
          </p:cNvPr>
          <p:cNvSpPr txBox="1"/>
          <p:nvPr/>
        </p:nvSpPr>
        <p:spPr>
          <a:xfrm>
            <a:off x="640818" y="3673807"/>
            <a:ext cx="5411556" cy="1815882"/>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dirty="0">
                <a:solidFill>
                  <a:schemeClr val="bg1"/>
                </a:solidFill>
                <a:latin typeface="Matter SQ" pitchFamily="2" charset="77"/>
                <a:cs typeface="Matter SQ" pitchFamily="2" charset="77"/>
              </a:rPr>
              <a:t>Agent Studio is designed to help real data inform how you iterate on your agent. Analytics and Builder features are linked so you can quickly prioritise.</a:t>
            </a:r>
          </a:p>
          <a:p>
            <a:endParaRPr lang="en-GB" sz="1400" dirty="0">
              <a:solidFill>
                <a:schemeClr val="bg1"/>
              </a:solidFill>
              <a:latin typeface="Matter SQ" pitchFamily="2" charset="77"/>
              <a:cs typeface="Matter SQ" pitchFamily="2" charset="77"/>
            </a:endParaRPr>
          </a:p>
          <a:p>
            <a:r>
              <a:rPr lang="en-GB" sz="1400" b="1" dirty="0">
                <a:solidFill>
                  <a:schemeClr val="bg1"/>
                </a:solidFill>
                <a:latin typeface="Matter SQ" pitchFamily="2" charset="77"/>
                <a:cs typeface="Matter SQ" pitchFamily="2" charset="77"/>
              </a:rPr>
              <a:t>Agent Studio is also where </a:t>
            </a:r>
            <a:r>
              <a:rPr lang="en-GB" sz="1400" b="1" dirty="0" err="1">
                <a:solidFill>
                  <a:schemeClr val="bg1"/>
                </a:solidFill>
                <a:latin typeface="Matter SQ" pitchFamily="2" charset="77"/>
                <a:cs typeface="Matter SQ" pitchFamily="2" charset="77"/>
              </a:rPr>
              <a:t>PolyAI</a:t>
            </a:r>
            <a:r>
              <a:rPr lang="en-GB" sz="1400" b="1" dirty="0">
                <a:solidFill>
                  <a:schemeClr val="bg1"/>
                </a:solidFill>
                <a:latin typeface="Matter SQ" pitchFamily="2" charset="77"/>
                <a:cs typeface="Matter SQ" pitchFamily="2" charset="77"/>
              </a:rPr>
              <a:t> Agent Designers and Engineers complete most of their work. </a:t>
            </a:r>
            <a:endParaRPr lang="en-GB" sz="1400" dirty="0">
              <a:solidFill>
                <a:schemeClr val="bg1"/>
              </a:solidFill>
              <a:latin typeface="Matter SQ" pitchFamily="2" charset="77"/>
              <a:cs typeface="Matter SQ" pitchFamily="2" charset="77"/>
            </a:endParaRPr>
          </a:p>
          <a:p>
            <a:endParaRPr lang="en-GB" sz="1400" dirty="0">
              <a:solidFill>
                <a:schemeClr val="bg1"/>
              </a:solidFill>
              <a:latin typeface="Matter SQ" pitchFamily="2" charset="77"/>
              <a:cs typeface="Matter SQ" pitchFamily="2" charset="77"/>
            </a:endParaRPr>
          </a:p>
          <a:p>
            <a:r>
              <a:rPr lang="en-GB" sz="1400" dirty="0">
                <a:solidFill>
                  <a:schemeClr val="bg1"/>
                </a:solidFill>
                <a:latin typeface="Matter SQ" pitchFamily="2" charset="77"/>
                <a:cs typeface="Matter SQ" pitchFamily="2" charset="77"/>
              </a:rPr>
              <a:t>It is designed to have the flexibility to do almost </a:t>
            </a:r>
            <a:r>
              <a:rPr lang="en-GB" sz="1400" i="1" dirty="0">
                <a:solidFill>
                  <a:schemeClr val="bg1"/>
                </a:solidFill>
                <a:latin typeface="Matter SQ" pitchFamily="2" charset="77"/>
                <a:cs typeface="Matter SQ" pitchFamily="2" charset="77"/>
              </a:rPr>
              <a:t>anything.</a:t>
            </a:r>
          </a:p>
        </p:txBody>
      </p:sp>
    </p:spTree>
    <p:extLst>
      <p:ext uri="{BB962C8B-B14F-4D97-AF65-F5344CB8AC3E}">
        <p14:creationId xmlns:p14="http://schemas.microsoft.com/office/powerpoint/2010/main" val="331602425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D344F-C1D1-F225-5CE4-67CD90CD5591}"/>
            </a:ext>
          </a:extLst>
        </p:cNvPr>
        <p:cNvGrpSpPr/>
        <p:nvPr/>
      </p:nvGrpSpPr>
      <p:grpSpPr>
        <a:xfrm>
          <a:off x="0" y="0"/>
          <a:ext cx="0" cy="0"/>
          <a:chOff x="0" y="0"/>
          <a:chExt cx="0" cy="0"/>
        </a:xfrm>
      </p:grpSpPr>
      <p:sp>
        <p:nvSpPr>
          <p:cNvPr id="19" name="Rounded Rectangle 18">
            <a:extLst>
              <a:ext uri="{FF2B5EF4-FFF2-40B4-BE49-F238E27FC236}">
                <a16:creationId xmlns:a16="http://schemas.microsoft.com/office/drawing/2014/main" id="{96B64B56-ECA4-26B8-48B3-A38629AD0D4B}"/>
              </a:ext>
            </a:extLst>
          </p:cNvPr>
          <p:cNvSpPr/>
          <p:nvPr/>
        </p:nvSpPr>
        <p:spPr>
          <a:xfrm>
            <a:off x="449966" y="1701056"/>
            <a:ext cx="8230948" cy="2486515"/>
          </a:xfrm>
          <a:prstGeom prst="roundRect">
            <a:avLst>
              <a:gd name="adj" fmla="val 14780"/>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t">
            <a:noAutofit/>
          </a:bodyPr>
          <a:lstStyle/>
          <a:p>
            <a:pPr marL="0" marR="0" indent="0" defTabSz="1828800" rtl="0" fontAlgn="auto" latinLnBrk="0" hangingPunct="0">
              <a:spcAft>
                <a:spcPts val="0"/>
              </a:spcAft>
              <a:buClrTx/>
              <a:buSzTx/>
              <a:buFontTx/>
              <a:buNone/>
              <a:tabLst/>
            </a:pPr>
            <a:r>
              <a:rPr lang="en-US" sz="1400" dirty="0">
                <a:latin typeface="Matter SQ" pitchFamily="2" charset="77"/>
                <a:ea typeface="Poppins Light"/>
                <a:cs typeface="Matter SQ" pitchFamily="2" charset="77"/>
                <a:sym typeface="Poppins Light"/>
              </a:rPr>
              <a:t>     </a:t>
            </a:r>
            <a:r>
              <a:rPr lang="en-US" sz="1400" dirty="0">
                <a:solidFill>
                  <a:schemeClr val="bg1"/>
                </a:solidFill>
                <a:latin typeface="Matter SQ" pitchFamily="2" charset="77"/>
                <a:ea typeface="Poppins Light"/>
                <a:cs typeface="Matter SQ" pitchFamily="2" charset="77"/>
                <a:sym typeface="Poppins Light"/>
              </a:rPr>
              <a:t>Agent Studio</a:t>
            </a:r>
            <a:endParaRPr kumimoji="0" lang="en-US" sz="1400" b="0" i="0" u="none" strike="noStrike" cap="none" spc="0" normalizeH="0" baseline="0" dirty="0">
              <a:ln>
                <a:noFill/>
              </a:ln>
              <a:solidFill>
                <a:schemeClr val="bg1"/>
              </a:solidFill>
              <a:effectLst/>
              <a:uFillTx/>
              <a:latin typeface="Matter SQ" pitchFamily="2" charset="77"/>
              <a:ea typeface="Poppins Light"/>
              <a:cs typeface="Matter SQ" pitchFamily="2" charset="77"/>
              <a:sym typeface="Poppins Light"/>
            </a:endParaRPr>
          </a:p>
        </p:txBody>
      </p:sp>
      <p:sp>
        <p:nvSpPr>
          <p:cNvPr id="361" name="Build Process">
            <a:extLst>
              <a:ext uri="{FF2B5EF4-FFF2-40B4-BE49-F238E27FC236}">
                <a16:creationId xmlns:a16="http://schemas.microsoft.com/office/drawing/2014/main" id="{4F7FDD04-7500-0AA6-4608-BCF81BD48FBE}"/>
              </a:ext>
            </a:extLst>
          </p:cNvPr>
          <p:cNvSpPr txBox="1"/>
          <p:nvPr/>
        </p:nvSpPr>
        <p:spPr>
          <a:xfrm>
            <a:off x="62249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000000"/>
                </a:solidFill>
                <a:latin typeface="Basis Grotesque Mono Pro Regular"/>
                <a:ea typeface="Basis Grotesque Mono Pro Regular"/>
                <a:cs typeface="Basis Grotesque Mono Pro Regular"/>
                <a:sym typeface="Basis Grotesque Mono Pro Regular"/>
              </a:defRPr>
            </a:lvl1pPr>
          </a:lstStyle>
          <a:p>
            <a:r>
              <a:rPr lang="en-GB" sz="850" dirty="0"/>
              <a:t>What is Agent Studio</a:t>
            </a:r>
            <a:endParaRPr sz="850" dirty="0"/>
          </a:p>
        </p:txBody>
      </p:sp>
      <p:sp>
        <p:nvSpPr>
          <p:cNvPr id="362" name="Tracking The Build">
            <a:extLst>
              <a:ext uri="{FF2B5EF4-FFF2-40B4-BE49-F238E27FC236}">
                <a16:creationId xmlns:a16="http://schemas.microsoft.com/office/drawing/2014/main" id="{BD432AF7-C6EA-2B48-F2EC-9528010CE169}"/>
              </a:ext>
            </a:extLst>
          </p:cNvPr>
          <p:cNvSpPr txBox="1"/>
          <p:nvPr/>
        </p:nvSpPr>
        <p:spPr>
          <a:xfrm>
            <a:off x="230647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B5B5B5"/>
                </a:solidFill>
                <a:latin typeface="Basis Grotesque Mono Pro Regular"/>
                <a:ea typeface="Basis Grotesque Mono Pro Regular"/>
                <a:cs typeface="Basis Grotesque Mono Pro Regular"/>
                <a:sym typeface="Basis Grotesque Mono Pro Regular"/>
              </a:defRPr>
            </a:lvl1pPr>
          </a:lstStyle>
          <a:p>
            <a:r>
              <a:rPr lang="en-GB" sz="850" dirty="0"/>
              <a:t>Architecture</a:t>
            </a:r>
            <a:endParaRPr sz="850" dirty="0"/>
          </a:p>
        </p:txBody>
      </p:sp>
      <p:sp>
        <p:nvSpPr>
          <p:cNvPr id="4" name="Agent Studio | Training">
            <a:extLst>
              <a:ext uri="{FF2B5EF4-FFF2-40B4-BE49-F238E27FC236}">
                <a16:creationId xmlns:a16="http://schemas.microsoft.com/office/drawing/2014/main" id="{E4055F6E-B131-0075-D0A2-FF4B4C62FD46}"/>
              </a:ext>
            </a:extLst>
          </p:cNvPr>
          <p:cNvSpPr txBox="1">
            <a:spLocks/>
          </p:cNvSpPr>
          <p:nvPr/>
        </p:nvSpPr>
        <p:spPr>
          <a:xfrm>
            <a:off x="529561" y="753772"/>
            <a:ext cx="10985501" cy="85483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fontScale="92500" lnSpcReduction="20000"/>
          </a:bodyPr>
          <a:lstStyle>
            <a:lvl1pPr marL="0" marR="0" indent="0" algn="l" defTabSz="914400" rtl="0" eaLnBrk="1" latinLnBrk="0" hangingPunct="1">
              <a:lnSpc>
                <a:spcPct val="100000"/>
              </a:lnSpc>
              <a:spcBef>
                <a:spcPts val="0"/>
              </a:spcBef>
              <a:spcAft>
                <a:spcPts val="0"/>
              </a:spcAft>
              <a:buClrTx/>
              <a:buSzTx/>
              <a:buFontTx/>
              <a:buNone/>
              <a:tabLst/>
              <a:defRPr sz="8000" b="0" i="0" u="none" strike="noStrike" cap="none" spc="-159" baseline="0">
                <a:solidFill>
                  <a:srgbClr val="000000"/>
                </a:solidFill>
                <a:uFillTx/>
                <a:latin typeface="+mj-lt"/>
                <a:ea typeface="+mj-ea"/>
                <a:cs typeface="+mj-cs"/>
                <a:sym typeface="Matter SQ Regular"/>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r>
              <a:rPr lang="en-GB" sz="3600" kern="0" dirty="0">
                <a:latin typeface="Matter SQ" pitchFamily="2" charset="77"/>
                <a:cs typeface="Matter SQ" pitchFamily="2" charset="77"/>
              </a:rPr>
              <a:t>Agent Studio is the control layer for </a:t>
            </a:r>
            <a:r>
              <a:rPr lang="en-GB" sz="3600" kern="0" dirty="0" err="1">
                <a:latin typeface="Matter SQ" pitchFamily="2" charset="77"/>
                <a:cs typeface="Matter SQ" pitchFamily="2" charset="77"/>
              </a:rPr>
              <a:t>PolyAI’s</a:t>
            </a:r>
            <a:r>
              <a:rPr lang="en-GB" sz="3600" kern="0" dirty="0">
                <a:latin typeface="Matter SQ" pitchFamily="2" charset="77"/>
                <a:cs typeface="Matter SQ" pitchFamily="2" charset="77"/>
              </a:rPr>
              <a:t> proprietary technologies</a:t>
            </a:r>
          </a:p>
        </p:txBody>
      </p:sp>
      <p:sp>
        <p:nvSpPr>
          <p:cNvPr id="2" name="Rounded Rectangle 1">
            <a:extLst>
              <a:ext uri="{FF2B5EF4-FFF2-40B4-BE49-F238E27FC236}">
                <a16:creationId xmlns:a16="http://schemas.microsoft.com/office/drawing/2014/main" id="{183AE808-5FB6-FBFD-DE6E-39594CCA25B4}"/>
              </a:ext>
            </a:extLst>
          </p:cNvPr>
          <p:cNvSpPr/>
          <p:nvPr/>
        </p:nvSpPr>
        <p:spPr>
          <a:xfrm>
            <a:off x="634993" y="5313388"/>
            <a:ext cx="3621974"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lang="en-US" sz="1400" dirty="0">
                <a:latin typeface="Matter SQ" pitchFamily="2" charset="77"/>
                <a:ea typeface="Poppins Light"/>
                <a:cs typeface="Matter SQ" pitchFamily="2" charset="77"/>
                <a:sym typeface="Poppins Light"/>
              </a:rPr>
              <a:t>PolyAI LLM: Raven</a:t>
            </a:r>
            <a:endPar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endParaRPr>
          </a:p>
        </p:txBody>
      </p:sp>
      <p:sp>
        <p:nvSpPr>
          <p:cNvPr id="3" name="Rounded Rectangle 2">
            <a:extLst>
              <a:ext uri="{FF2B5EF4-FFF2-40B4-BE49-F238E27FC236}">
                <a16:creationId xmlns:a16="http://schemas.microsoft.com/office/drawing/2014/main" id="{83B56E81-2832-8352-0D0A-BF560F898086}"/>
              </a:ext>
            </a:extLst>
          </p:cNvPr>
          <p:cNvSpPr/>
          <p:nvPr/>
        </p:nvSpPr>
        <p:spPr>
          <a:xfrm>
            <a:off x="4378505" y="5313388"/>
            <a:ext cx="1011382" cy="398532"/>
          </a:xfrm>
          <a:prstGeom prst="roundRect">
            <a:avLst>
              <a:gd name="adj" fmla="val 40811"/>
            </a:avLst>
          </a:prstGeom>
          <a:solidFill>
            <a:schemeClr val="bg1">
              <a:alpha val="60132"/>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GPT</a:t>
            </a:r>
          </a:p>
        </p:txBody>
      </p:sp>
      <p:sp>
        <p:nvSpPr>
          <p:cNvPr id="6" name="Rounded Rectangle 5">
            <a:extLst>
              <a:ext uri="{FF2B5EF4-FFF2-40B4-BE49-F238E27FC236}">
                <a16:creationId xmlns:a16="http://schemas.microsoft.com/office/drawing/2014/main" id="{B67E3FAE-DCED-657B-3E6B-1496E0024B48}"/>
              </a:ext>
            </a:extLst>
          </p:cNvPr>
          <p:cNvSpPr/>
          <p:nvPr/>
        </p:nvSpPr>
        <p:spPr>
          <a:xfrm>
            <a:off x="5511425" y="5313388"/>
            <a:ext cx="1011382" cy="398532"/>
          </a:xfrm>
          <a:prstGeom prst="roundRect">
            <a:avLst>
              <a:gd name="adj" fmla="val 40811"/>
            </a:avLst>
          </a:prstGeom>
          <a:solidFill>
            <a:schemeClr val="bg1">
              <a:alpha val="60132"/>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Claude</a:t>
            </a:r>
          </a:p>
        </p:txBody>
      </p:sp>
      <p:sp>
        <p:nvSpPr>
          <p:cNvPr id="8" name="Rounded Rectangle 7">
            <a:extLst>
              <a:ext uri="{FF2B5EF4-FFF2-40B4-BE49-F238E27FC236}">
                <a16:creationId xmlns:a16="http://schemas.microsoft.com/office/drawing/2014/main" id="{D54D805B-5952-6524-C136-7D348834A2E9}"/>
              </a:ext>
            </a:extLst>
          </p:cNvPr>
          <p:cNvSpPr/>
          <p:nvPr/>
        </p:nvSpPr>
        <p:spPr>
          <a:xfrm>
            <a:off x="6644345" y="5313388"/>
            <a:ext cx="1890522" cy="398532"/>
          </a:xfrm>
          <a:prstGeom prst="roundRect">
            <a:avLst>
              <a:gd name="adj" fmla="val 40811"/>
            </a:avLst>
          </a:prstGeom>
          <a:solidFill>
            <a:schemeClr val="bg1">
              <a:alpha val="60132"/>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lang="en-US" sz="1400" dirty="0">
                <a:latin typeface="Matter SQ" pitchFamily="2" charset="77"/>
                <a:ea typeface="Poppins Light"/>
                <a:cs typeface="Matter SQ" pitchFamily="2" charset="77"/>
                <a:sym typeface="Poppins Light"/>
              </a:rPr>
              <a:t>Other LLM Options</a:t>
            </a:r>
            <a:endPar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endParaRPr>
          </a:p>
        </p:txBody>
      </p:sp>
      <p:sp>
        <p:nvSpPr>
          <p:cNvPr id="10" name="Rounded Rectangle 9">
            <a:extLst>
              <a:ext uri="{FF2B5EF4-FFF2-40B4-BE49-F238E27FC236}">
                <a16:creationId xmlns:a16="http://schemas.microsoft.com/office/drawing/2014/main" id="{13A192D0-5C7A-7F60-145A-92EBDAFDCD5D}"/>
              </a:ext>
            </a:extLst>
          </p:cNvPr>
          <p:cNvSpPr/>
          <p:nvPr/>
        </p:nvSpPr>
        <p:spPr>
          <a:xfrm>
            <a:off x="634993" y="5800587"/>
            <a:ext cx="3621974"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lang="en-US" sz="1400" dirty="0">
                <a:latin typeface="Matter SQ" pitchFamily="2" charset="77"/>
                <a:ea typeface="Poppins Light"/>
                <a:cs typeface="Matter SQ" pitchFamily="2" charset="77"/>
                <a:sym typeface="Poppins Light"/>
              </a:rPr>
              <a:t>Low latency cloud GPUs</a:t>
            </a:r>
            <a:endPar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endParaRPr>
          </a:p>
        </p:txBody>
      </p:sp>
      <p:sp>
        <p:nvSpPr>
          <p:cNvPr id="12" name="Rounded Rectangle 11">
            <a:extLst>
              <a:ext uri="{FF2B5EF4-FFF2-40B4-BE49-F238E27FC236}">
                <a16:creationId xmlns:a16="http://schemas.microsoft.com/office/drawing/2014/main" id="{FEF1D616-BA79-1AFC-981F-43E8A6BD3AE6}"/>
              </a:ext>
            </a:extLst>
          </p:cNvPr>
          <p:cNvSpPr/>
          <p:nvPr/>
        </p:nvSpPr>
        <p:spPr>
          <a:xfrm>
            <a:off x="634993" y="4826189"/>
            <a:ext cx="7899874"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lang="en-US" sz="1400" dirty="0">
                <a:latin typeface="Matter SQ" pitchFamily="2" charset="77"/>
                <a:ea typeface="Poppins Light"/>
                <a:cs typeface="Matter SQ" pitchFamily="2" charset="77"/>
                <a:sym typeface="Poppins Light"/>
              </a:rPr>
              <a:t>Retrieval Engine</a:t>
            </a:r>
            <a:endPar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endParaRPr>
          </a:p>
        </p:txBody>
      </p:sp>
      <p:pic>
        <p:nvPicPr>
          <p:cNvPr id="16" name="Picture 15" descr="A black and white text&#10;&#10;AI-generated content may be incorrect.">
            <a:extLst>
              <a:ext uri="{FF2B5EF4-FFF2-40B4-BE49-F238E27FC236}">
                <a16:creationId xmlns:a16="http://schemas.microsoft.com/office/drawing/2014/main" id="{59CF7F07-E581-0837-2D83-C1023CB268CF}"/>
              </a:ext>
            </a:extLst>
          </p:cNvPr>
          <p:cNvPicPr>
            <a:picLocks noChangeAspect="1"/>
          </p:cNvPicPr>
          <p:nvPr/>
        </p:nvPicPr>
        <p:blipFill>
          <a:blip r:embed="rId3">
            <a:duotone>
              <a:schemeClr val="bg2">
                <a:shade val="45000"/>
                <a:satMod val="135000"/>
              </a:schemeClr>
              <a:prstClr val="white"/>
            </a:duotone>
          </a:blip>
          <a:srcRect r="76609"/>
          <a:stretch>
            <a:fillRect/>
          </a:stretch>
        </p:blipFill>
        <p:spPr>
          <a:xfrm>
            <a:off x="3717656" y="4931947"/>
            <a:ext cx="153085" cy="195973"/>
          </a:xfrm>
          <a:prstGeom prst="rect">
            <a:avLst/>
          </a:prstGeom>
        </p:spPr>
      </p:pic>
      <p:pic>
        <p:nvPicPr>
          <p:cNvPr id="17" name="Picture 16" descr="A black and white text&#10;&#10;AI-generated content may be incorrect.">
            <a:extLst>
              <a:ext uri="{FF2B5EF4-FFF2-40B4-BE49-F238E27FC236}">
                <a16:creationId xmlns:a16="http://schemas.microsoft.com/office/drawing/2014/main" id="{4AACEAEB-3020-70E3-CDB1-CBE01C5ED316}"/>
              </a:ext>
            </a:extLst>
          </p:cNvPr>
          <p:cNvPicPr>
            <a:picLocks noChangeAspect="1"/>
          </p:cNvPicPr>
          <p:nvPr/>
        </p:nvPicPr>
        <p:blipFill>
          <a:blip r:embed="rId3">
            <a:duotone>
              <a:schemeClr val="bg2">
                <a:shade val="45000"/>
                <a:satMod val="135000"/>
              </a:schemeClr>
              <a:prstClr val="white"/>
            </a:duotone>
          </a:blip>
          <a:srcRect r="76609"/>
          <a:stretch>
            <a:fillRect/>
          </a:stretch>
        </p:blipFill>
        <p:spPr>
          <a:xfrm>
            <a:off x="1519962" y="5414667"/>
            <a:ext cx="153085" cy="195973"/>
          </a:xfrm>
          <a:prstGeom prst="rect">
            <a:avLst/>
          </a:prstGeom>
        </p:spPr>
      </p:pic>
      <p:sp>
        <p:nvSpPr>
          <p:cNvPr id="18" name="Rounded Rectangle 17">
            <a:extLst>
              <a:ext uri="{FF2B5EF4-FFF2-40B4-BE49-F238E27FC236}">
                <a16:creationId xmlns:a16="http://schemas.microsoft.com/office/drawing/2014/main" id="{4D6A6939-FA8E-28DB-81FE-26755D86DD6A}"/>
              </a:ext>
            </a:extLst>
          </p:cNvPr>
          <p:cNvSpPr/>
          <p:nvPr/>
        </p:nvSpPr>
        <p:spPr>
          <a:xfrm>
            <a:off x="6017116" y="3634107"/>
            <a:ext cx="2433062"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Knowledge Base &amp; Flows</a:t>
            </a:r>
          </a:p>
        </p:txBody>
      </p:sp>
      <p:pic>
        <p:nvPicPr>
          <p:cNvPr id="20" name="Picture 19" descr="A black and white text&#10;&#10;AI-generated content may be incorrect.">
            <a:extLst>
              <a:ext uri="{FF2B5EF4-FFF2-40B4-BE49-F238E27FC236}">
                <a16:creationId xmlns:a16="http://schemas.microsoft.com/office/drawing/2014/main" id="{E4074F6B-80C7-FBCB-353A-7635C0EA9112}"/>
              </a:ext>
            </a:extLst>
          </p:cNvPr>
          <p:cNvPicPr>
            <a:picLocks noChangeAspect="1"/>
          </p:cNvPicPr>
          <p:nvPr/>
        </p:nvPicPr>
        <p:blipFill>
          <a:blip r:embed="rId3">
            <a:grayscl/>
          </a:blip>
          <a:srcRect r="76609"/>
          <a:stretch>
            <a:fillRect/>
          </a:stretch>
        </p:blipFill>
        <p:spPr>
          <a:xfrm>
            <a:off x="652245" y="1918546"/>
            <a:ext cx="153085" cy="195973"/>
          </a:xfrm>
          <a:prstGeom prst="rect">
            <a:avLst/>
          </a:prstGeom>
        </p:spPr>
      </p:pic>
      <p:sp>
        <p:nvSpPr>
          <p:cNvPr id="21" name="Rounded Rectangle 20">
            <a:extLst>
              <a:ext uri="{FF2B5EF4-FFF2-40B4-BE49-F238E27FC236}">
                <a16:creationId xmlns:a16="http://schemas.microsoft.com/office/drawing/2014/main" id="{F906AADE-D180-6FDD-5782-1DC379A2C0AB}"/>
              </a:ext>
            </a:extLst>
          </p:cNvPr>
          <p:cNvSpPr/>
          <p:nvPr/>
        </p:nvSpPr>
        <p:spPr>
          <a:xfrm>
            <a:off x="634993" y="4338990"/>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lang="en-US" sz="1400" dirty="0">
                <a:latin typeface="Matter SQ" pitchFamily="2" charset="77"/>
                <a:ea typeface="Poppins Light"/>
                <a:cs typeface="Matter SQ" pitchFamily="2" charset="77"/>
                <a:sym typeface="Poppins Light"/>
              </a:rPr>
              <a:t>Speech to Text Engine</a:t>
            </a:r>
            <a:endPar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endParaRPr>
          </a:p>
        </p:txBody>
      </p:sp>
      <p:sp>
        <p:nvSpPr>
          <p:cNvPr id="22" name="Rounded Rectangle 21">
            <a:extLst>
              <a:ext uri="{FF2B5EF4-FFF2-40B4-BE49-F238E27FC236}">
                <a16:creationId xmlns:a16="http://schemas.microsoft.com/office/drawing/2014/main" id="{37235FAB-ED58-B133-7028-C5DF7EF4F71F}"/>
              </a:ext>
            </a:extLst>
          </p:cNvPr>
          <p:cNvSpPr/>
          <p:nvPr/>
        </p:nvSpPr>
        <p:spPr>
          <a:xfrm>
            <a:off x="3305169" y="4330856"/>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lang="en-US" sz="1400" dirty="0">
                <a:latin typeface="Matter SQ" pitchFamily="2" charset="77"/>
                <a:ea typeface="Poppins Light"/>
                <a:cs typeface="Matter SQ" pitchFamily="2" charset="77"/>
                <a:sym typeface="Poppins Light"/>
              </a:rPr>
              <a:t>Text to Speech Engine</a:t>
            </a:r>
            <a:endPar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endParaRPr>
          </a:p>
        </p:txBody>
      </p:sp>
      <p:pic>
        <p:nvPicPr>
          <p:cNvPr id="23" name="Picture 22" descr="A black and white text&#10;&#10;AI-generated content may be incorrect.">
            <a:extLst>
              <a:ext uri="{FF2B5EF4-FFF2-40B4-BE49-F238E27FC236}">
                <a16:creationId xmlns:a16="http://schemas.microsoft.com/office/drawing/2014/main" id="{834814F1-54D2-C067-086F-91D025DD4D33}"/>
              </a:ext>
            </a:extLst>
          </p:cNvPr>
          <p:cNvPicPr>
            <a:picLocks noChangeAspect="1"/>
          </p:cNvPicPr>
          <p:nvPr/>
        </p:nvPicPr>
        <p:blipFill>
          <a:blip r:embed="rId3">
            <a:duotone>
              <a:schemeClr val="bg2">
                <a:shade val="45000"/>
                <a:satMod val="135000"/>
              </a:schemeClr>
              <a:prstClr val="white"/>
            </a:duotone>
          </a:blip>
          <a:srcRect r="76609"/>
          <a:stretch>
            <a:fillRect/>
          </a:stretch>
        </p:blipFill>
        <p:spPr>
          <a:xfrm>
            <a:off x="788078" y="4440269"/>
            <a:ext cx="153085" cy="195973"/>
          </a:xfrm>
          <a:prstGeom prst="rect">
            <a:avLst/>
          </a:prstGeom>
        </p:spPr>
      </p:pic>
      <p:sp>
        <p:nvSpPr>
          <p:cNvPr id="24" name="Rounded Rectangle 23">
            <a:extLst>
              <a:ext uri="{FF2B5EF4-FFF2-40B4-BE49-F238E27FC236}">
                <a16:creationId xmlns:a16="http://schemas.microsoft.com/office/drawing/2014/main" id="{658C18E7-41AB-38C3-FB1A-F3241ED82677}"/>
              </a:ext>
            </a:extLst>
          </p:cNvPr>
          <p:cNvSpPr/>
          <p:nvPr/>
        </p:nvSpPr>
        <p:spPr>
          <a:xfrm>
            <a:off x="3305169" y="3634107"/>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Voice Library</a:t>
            </a:r>
          </a:p>
        </p:txBody>
      </p:sp>
      <p:sp>
        <p:nvSpPr>
          <p:cNvPr id="25" name="Rounded Rectangle 24">
            <a:extLst>
              <a:ext uri="{FF2B5EF4-FFF2-40B4-BE49-F238E27FC236}">
                <a16:creationId xmlns:a16="http://schemas.microsoft.com/office/drawing/2014/main" id="{7978A53E-1E7A-398D-9350-97F5EFC51276}"/>
              </a:ext>
            </a:extLst>
          </p:cNvPr>
          <p:cNvSpPr/>
          <p:nvPr/>
        </p:nvSpPr>
        <p:spPr>
          <a:xfrm>
            <a:off x="634992" y="3621149"/>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Latency Control</a:t>
            </a:r>
          </a:p>
        </p:txBody>
      </p:sp>
      <p:sp>
        <p:nvSpPr>
          <p:cNvPr id="26" name="Rounded Rectangle 25">
            <a:extLst>
              <a:ext uri="{FF2B5EF4-FFF2-40B4-BE49-F238E27FC236}">
                <a16:creationId xmlns:a16="http://schemas.microsoft.com/office/drawing/2014/main" id="{F39E18E4-D59F-015F-FAED-BBA64C0810F7}"/>
              </a:ext>
            </a:extLst>
          </p:cNvPr>
          <p:cNvSpPr/>
          <p:nvPr/>
        </p:nvSpPr>
        <p:spPr>
          <a:xfrm>
            <a:off x="6017116" y="3146908"/>
            <a:ext cx="2433062"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lang="en-US" sz="1400" dirty="0">
                <a:latin typeface="Matter SQ" pitchFamily="2" charset="77"/>
                <a:ea typeface="Poppins Light"/>
                <a:cs typeface="Matter SQ" pitchFamily="2" charset="77"/>
                <a:sym typeface="Poppins Light"/>
              </a:rPr>
              <a:t>Channel Management</a:t>
            </a:r>
            <a:endPar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endParaRPr>
          </a:p>
        </p:txBody>
      </p:sp>
      <p:sp>
        <p:nvSpPr>
          <p:cNvPr id="27" name="Rounded Rectangle 26">
            <a:extLst>
              <a:ext uri="{FF2B5EF4-FFF2-40B4-BE49-F238E27FC236}">
                <a16:creationId xmlns:a16="http://schemas.microsoft.com/office/drawing/2014/main" id="{5952508A-6650-F108-3477-1FE08D6BDCE6}"/>
              </a:ext>
            </a:extLst>
          </p:cNvPr>
          <p:cNvSpPr/>
          <p:nvPr/>
        </p:nvSpPr>
        <p:spPr>
          <a:xfrm>
            <a:off x="634992" y="2680801"/>
            <a:ext cx="7815186"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Analytics Database</a:t>
            </a:r>
          </a:p>
        </p:txBody>
      </p:sp>
      <p:sp>
        <p:nvSpPr>
          <p:cNvPr id="28" name="Rounded Rectangle 27">
            <a:extLst>
              <a:ext uri="{FF2B5EF4-FFF2-40B4-BE49-F238E27FC236}">
                <a16:creationId xmlns:a16="http://schemas.microsoft.com/office/drawing/2014/main" id="{C07F7CCC-DC88-EE35-B8D4-F8D26FCB3C49}"/>
              </a:ext>
            </a:extLst>
          </p:cNvPr>
          <p:cNvSpPr/>
          <p:nvPr/>
        </p:nvSpPr>
        <p:spPr>
          <a:xfrm>
            <a:off x="3305168" y="3146908"/>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Response Control</a:t>
            </a:r>
          </a:p>
        </p:txBody>
      </p:sp>
      <p:sp>
        <p:nvSpPr>
          <p:cNvPr id="29" name="Rounded Rectangle 28">
            <a:extLst>
              <a:ext uri="{FF2B5EF4-FFF2-40B4-BE49-F238E27FC236}">
                <a16:creationId xmlns:a16="http://schemas.microsoft.com/office/drawing/2014/main" id="{81F13883-193A-9C4C-3DFE-CDB18FB2D543}"/>
              </a:ext>
            </a:extLst>
          </p:cNvPr>
          <p:cNvSpPr/>
          <p:nvPr/>
        </p:nvSpPr>
        <p:spPr>
          <a:xfrm>
            <a:off x="6017116" y="2202229"/>
            <a:ext cx="2433062"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Smart Analyst</a:t>
            </a:r>
          </a:p>
        </p:txBody>
      </p:sp>
      <p:sp>
        <p:nvSpPr>
          <p:cNvPr id="30" name="Rounded Rectangle 29">
            <a:extLst>
              <a:ext uri="{FF2B5EF4-FFF2-40B4-BE49-F238E27FC236}">
                <a16:creationId xmlns:a16="http://schemas.microsoft.com/office/drawing/2014/main" id="{B3F180C1-FD0B-F273-C320-62D8384CAFF4}"/>
              </a:ext>
            </a:extLst>
          </p:cNvPr>
          <p:cNvSpPr/>
          <p:nvPr/>
        </p:nvSpPr>
        <p:spPr>
          <a:xfrm>
            <a:off x="3305167" y="2202229"/>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Sentiment Analysis</a:t>
            </a:r>
          </a:p>
        </p:txBody>
      </p:sp>
      <p:sp>
        <p:nvSpPr>
          <p:cNvPr id="31" name="Rounded Rectangle 30">
            <a:extLst>
              <a:ext uri="{FF2B5EF4-FFF2-40B4-BE49-F238E27FC236}">
                <a16:creationId xmlns:a16="http://schemas.microsoft.com/office/drawing/2014/main" id="{960B2973-D377-0442-DB23-A1A3119C8A46}"/>
              </a:ext>
            </a:extLst>
          </p:cNvPr>
          <p:cNvSpPr/>
          <p:nvPr/>
        </p:nvSpPr>
        <p:spPr>
          <a:xfrm>
            <a:off x="634991" y="2200223"/>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Conversation Reviews</a:t>
            </a:r>
          </a:p>
        </p:txBody>
      </p:sp>
      <p:cxnSp>
        <p:nvCxnSpPr>
          <p:cNvPr id="33" name="Straight Connector 32">
            <a:extLst>
              <a:ext uri="{FF2B5EF4-FFF2-40B4-BE49-F238E27FC236}">
                <a16:creationId xmlns:a16="http://schemas.microsoft.com/office/drawing/2014/main" id="{B24250DF-D555-57BE-0290-5A71F462AF11}"/>
              </a:ext>
            </a:extLst>
          </p:cNvPr>
          <p:cNvCxnSpPr>
            <a:stCxn id="18" idx="2"/>
          </p:cNvCxnSpPr>
          <p:nvPr/>
        </p:nvCxnSpPr>
        <p:spPr>
          <a:xfrm>
            <a:off x="7233647" y="4032639"/>
            <a:ext cx="0" cy="793550"/>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Straight Connector 33">
            <a:extLst>
              <a:ext uri="{FF2B5EF4-FFF2-40B4-BE49-F238E27FC236}">
                <a16:creationId xmlns:a16="http://schemas.microsoft.com/office/drawing/2014/main" id="{16FD76F3-6A22-572D-F026-B1B609A784CB}"/>
              </a:ext>
            </a:extLst>
          </p:cNvPr>
          <p:cNvCxnSpPr>
            <a:cxnSpLocks/>
            <a:endCxn id="25" idx="0"/>
          </p:cNvCxnSpPr>
          <p:nvPr/>
        </p:nvCxnSpPr>
        <p:spPr>
          <a:xfrm>
            <a:off x="1914751" y="3026865"/>
            <a:ext cx="2" cy="59428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7" name="Straight Connector 36">
            <a:extLst>
              <a:ext uri="{FF2B5EF4-FFF2-40B4-BE49-F238E27FC236}">
                <a16:creationId xmlns:a16="http://schemas.microsoft.com/office/drawing/2014/main" id="{AB9FD6FD-4952-C135-77DB-25F497EE155F}"/>
              </a:ext>
            </a:extLst>
          </p:cNvPr>
          <p:cNvCxnSpPr>
            <a:cxnSpLocks/>
          </p:cNvCxnSpPr>
          <p:nvPr/>
        </p:nvCxnSpPr>
        <p:spPr>
          <a:xfrm>
            <a:off x="1913855" y="2604914"/>
            <a:ext cx="0" cy="6757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Straight Connector 39">
            <a:extLst>
              <a:ext uri="{FF2B5EF4-FFF2-40B4-BE49-F238E27FC236}">
                <a16:creationId xmlns:a16="http://schemas.microsoft.com/office/drawing/2014/main" id="{CF6741B4-B145-3367-A36A-17AB89C54926}"/>
              </a:ext>
            </a:extLst>
          </p:cNvPr>
          <p:cNvCxnSpPr>
            <a:cxnSpLocks/>
          </p:cNvCxnSpPr>
          <p:nvPr/>
        </p:nvCxnSpPr>
        <p:spPr>
          <a:xfrm>
            <a:off x="4565440" y="2609069"/>
            <a:ext cx="0" cy="6757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1" name="Straight Connector 40">
            <a:extLst>
              <a:ext uri="{FF2B5EF4-FFF2-40B4-BE49-F238E27FC236}">
                <a16:creationId xmlns:a16="http://schemas.microsoft.com/office/drawing/2014/main" id="{A3A7A00D-ED6B-ACEF-496F-84F6B141A4D6}"/>
              </a:ext>
            </a:extLst>
          </p:cNvPr>
          <p:cNvCxnSpPr>
            <a:cxnSpLocks/>
          </p:cNvCxnSpPr>
          <p:nvPr/>
        </p:nvCxnSpPr>
        <p:spPr>
          <a:xfrm>
            <a:off x="7233647" y="2609068"/>
            <a:ext cx="0" cy="6757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2" name="Straight Connector 41">
            <a:extLst>
              <a:ext uri="{FF2B5EF4-FFF2-40B4-BE49-F238E27FC236}">
                <a16:creationId xmlns:a16="http://schemas.microsoft.com/office/drawing/2014/main" id="{D7255A73-F93B-B72A-7B2A-7AF703981D74}"/>
              </a:ext>
            </a:extLst>
          </p:cNvPr>
          <p:cNvCxnSpPr>
            <a:cxnSpLocks/>
          </p:cNvCxnSpPr>
          <p:nvPr/>
        </p:nvCxnSpPr>
        <p:spPr>
          <a:xfrm>
            <a:off x="4542585" y="4073467"/>
            <a:ext cx="0" cy="26552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Straight Connector 43">
            <a:extLst>
              <a:ext uri="{FF2B5EF4-FFF2-40B4-BE49-F238E27FC236}">
                <a16:creationId xmlns:a16="http://schemas.microsoft.com/office/drawing/2014/main" id="{A6F2123E-E3CA-0E55-6510-FC2516D37B9F}"/>
              </a:ext>
            </a:extLst>
          </p:cNvPr>
          <p:cNvCxnSpPr>
            <a:cxnSpLocks/>
          </p:cNvCxnSpPr>
          <p:nvPr/>
        </p:nvCxnSpPr>
        <p:spPr>
          <a:xfrm>
            <a:off x="1913855" y="4073467"/>
            <a:ext cx="0" cy="265523"/>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5" name="Straight Connector 44">
            <a:extLst>
              <a:ext uri="{FF2B5EF4-FFF2-40B4-BE49-F238E27FC236}">
                <a16:creationId xmlns:a16="http://schemas.microsoft.com/office/drawing/2014/main" id="{3797737F-3EE5-DD2F-92EC-15516F8CEC7A}"/>
              </a:ext>
            </a:extLst>
          </p:cNvPr>
          <p:cNvCxnSpPr>
            <a:cxnSpLocks/>
          </p:cNvCxnSpPr>
          <p:nvPr/>
        </p:nvCxnSpPr>
        <p:spPr>
          <a:xfrm>
            <a:off x="1908203" y="4745834"/>
            <a:ext cx="0" cy="6757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6" name="Straight Connector 45">
            <a:extLst>
              <a:ext uri="{FF2B5EF4-FFF2-40B4-BE49-F238E27FC236}">
                <a16:creationId xmlns:a16="http://schemas.microsoft.com/office/drawing/2014/main" id="{3285EC23-B3B2-34AF-1F46-894AE808F947}"/>
              </a:ext>
            </a:extLst>
          </p:cNvPr>
          <p:cNvCxnSpPr>
            <a:cxnSpLocks/>
          </p:cNvCxnSpPr>
          <p:nvPr/>
        </p:nvCxnSpPr>
        <p:spPr>
          <a:xfrm>
            <a:off x="2344446" y="5720544"/>
            <a:ext cx="0" cy="6757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8" name="Straight Connector 47">
            <a:extLst>
              <a:ext uri="{FF2B5EF4-FFF2-40B4-BE49-F238E27FC236}">
                <a16:creationId xmlns:a16="http://schemas.microsoft.com/office/drawing/2014/main" id="{1D03D395-19A2-50E4-C0B1-7A7E9A8AC316}"/>
              </a:ext>
            </a:extLst>
          </p:cNvPr>
          <p:cNvCxnSpPr>
            <a:cxnSpLocks/>
          </p:cNvCxnSpPr>
          <p:nvPr/>
        </p:nvCxnSpPr>
        <p:spPr>
          <a:xfrm>
            <a:off x="2339077" y="5233033"/>
            <a:ext cx="0" cy="67575"/>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9" name="Right Brace 48">
            <a:extLst>
              <a:ext uri="{FF2B5EF4-FFF2-40B4-BE49-F238E27FC236}">
                <a16:creationId xmlns:a16="http://schemas.microsoft.com/office/drawing/2014/main" id="{C9F1E779-C939-7740-497C-0BF2BBE0C5F9}"/>
              </a:ext>
            </a:extLst>
          </p:cNvPr>
          <p:cNvSpPr/>
          <p:nvPr/>
        </p:nvSpPr>
        <p:spPr>
          <a:xfrm>
            <a:off x="8923158" y="4223150"/>
            <a:ext cx="178709" cy="1685944"/>
          </a:xfrm>
          <a:prstGeom prst="rightBrace">
            <a:avLst/>
          </a:prstGeom>
          <a:noFill/>
          <a:ln w="254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50" name="Right Brace 49">
            <a:extLst>
              <a:ext uri="{FF2B5EF4-FFF2-40B4-BE49-F238E27FC236}">
                <a16:creationId xmlns:a16="http://schemas.microsoft.com/office/drawing/2014/main" id="{10F69BB5-2883-3DA0-378F-9FE3DDA3907C}"/>
              </a:ext>
            </a:extLst>
          </p:cNvPr>
          <p:cNvSpPr/>
          <p:nvPr/>
        </p:nvSpPr>
        <p:spPr>
          <a:xfrm>
            <a:off x="8923158" y="2236361"/>
            <a:ext cx="178709" cy="1685944"/>
          </a:xfrm>
          <a:prstGeom prst="rightBrace">
            <a:avLst/>
          </a:prstGeom>
          <a:noFill/>
          <a:ln w="254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51" name="TextBox 50">
            <a:extLst>
              <a:ext uri="{FF2B5EF4-FFF2-40B4-BE49-F238E27FC236}">
                <a16:creationId xmlns:a16="http://schemas.microsoft.com/office/drawing/2014/main" id="{9E2F1401-5BDC-D098-5A2E-52A0BEB19C98}"/>
              </a:ext>
            </a:extLst>
          </p:cNvPr>
          <p:cNvSpPr txBox="1"/>
          <p:nvPr/>
        </p:nvSpPr>
        <p:spPr>
          <a:xfrm>
            <a:off x="9116005" y="2925444"/>
            <a:ext cx="1449175" cy="30777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dirty="0">
                <a:solidFill>
                  <a:schemeClr val="bg1"/>
                </a:solidFill>
                <a:latin typeface="Matter SQ" pitchFamily="2" charset="77"/>
                <a:cs typeface="Matter SQ" pitchFamily="2" charset="77"/>
              </a:rPr>
              <a:t>Your controls</a:t>
            </a:r>
            <a:endParaRPr lang="en-GB" sz="1400" i="1" dirty="0">
              <a:solidFill>
                <a:schemeClr val="bg1"/>
              </a:solidFill>
              <a:latin typeface="Matter SQ" pitchFamily="2" charset="77"/>
              <a:cs typeface="Matter SQ" pitchFamily="2" charset="77"/>
            </a:endParaRPr>
          </a:p>
        </p:txBody>
      </p:sp>
      <p:sp>
        <p:nvSpPr>
          <p:cNvPr id="52" name="TextBox 51">
            <a:extLst>
              <a:ext uri="{FF2B5EF4-FFF2-40B4-BE49-F238E27FC236}">
                <a16:creationId xmlns:a16="http://schemas.microsoft.com/office/drawing/2014/main" id="{F531DB5D-5B33-CD43-DE0E-82711D8C9D08}"/>
              </a:ext>
            </a:extLst>
          </p:cNvPr>
          <p:cNvSpPr txBox="1"/>
          <p:nvPr/>
        </p:nvSpPr>
        <p:spPr>
          <a:xfrm>
            <a:off x="9101867" y="4896566"/>
            <a:ext cx="1905439" cy="30777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dirty="0">
                <a:solidFill>
                  <a:schemeClr val="bg1"/>
                </a:solidFill>
                <a:latin typeface="Matter SQ" pitchFamily="2" charset="77"/>
                <a:cs typeface="Matter SQ" pitchFamily="2" charset="77"/>
              </a:rPr>
              <a:t>Agent technologies</a:t>
            </a:r>
            <a:endParaRPr lang="en-GB" sz="1400" i="1" dirty="0">
              <a:solidFill>
                <a:schemeClr val="bg1"/>
              </a:solidFill>
              <a:latin typeface="Matter SQ" pitchFamily="2" charset="77"/>
              <a:cs typeface="Matter SQ" pitchFamily="2" charset="77"/>
            </a:endParaRPr>
          </a:p>
        </p:txBody>
      </p:sp>
    </p:spTree>
    <p:extLst>
      <p:ext uri="{BB962C8B-B14F-4D97-AF65-F5344CB8AC3E}">
        <p14:creationId xmlns:p14="http://schemas.microsoft.com/office/powerpoint/2010/main" val="101641655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dissolve">
                                      <p:cBhvr>
                                        <p:cTn id="10" dur="500"/>
                                        <p:tgtEl>
                                          <p:spTgt spid="5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animEffect transition="in" filter="dissolve">
                                      <p:cBhvr>
                                        <p:cTn id="13" dur="500"/>
                                        <p:tgtEl>
                                          <p:spTgt spid="51"/>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dissolve">
                                      <p:cBhvr>
                                        <p:cTn id="1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p:bldP spid="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2CB60-6298-A912-0319-81594D4B417A}"/>
            </a:ext>
          </a:extLst>
        </p:cNvPr>
        <p:cNvGrpSpPr/>
        <p:nvPr/>
      </p:nvGrpSpPr>
      <p:grpSpPr>
        <a:xfrm>
          <a:off x="0" y="0"/>
          <a:ext cx="0" cy="0"/>
          <a:chOff x="0" y="0"/>
          <a:chExt cx="0" cy="0"/>
        </a:xfrm>
      </p:grpSpPr>
      <p:sp>
        <p:nvSpPr>
          <p:cNvPr id="360" name="Agent Studio is PolyAI’s virtual agent command center, where you’ll manage your agent’s performance.">
            <a:extLst>
              <a:ext uri="{FF2B5EF4-FFF2-40B4-BE49-F238E27FC236}">
                <a16:creationId xmlns:a16="http://schemas.microsoft.com/office/drawing/2014/main" id="{2005A3D4-6293-25BC-B7C3-0560C2320DD6}"/>
              </a:ext>
            </a:extLst>
          </p:cNvPr>
          <p:cNvSpPr txBox="1"/>
          <p:nvPr/>
        </p:nvSpPr>
        <p:spPr>
          <a:xfrm>
            <a:off x="549920" y="1550107"/>
            <a:ext cx="6336093" cy="13259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lvl1pPr algn="l" defTabSz="825500">
              <a:spcBef>
                <a:spcPts val="5100"/>
              </a:spcBef>
              <a:defRPr sz="3000" spc="-29">
                <a:solidFill>
                  <a:srgbClr val="848484"/>
                </a:solidFill>
                <a:latin typeface="Basis Grotesque Mono Pro Regular"/>
                <a:ea typeface="Basis Grotesque Mono Pro Regular"/>
                <a:cs typeface="Basis Grotesque Mono Pro Regular"/>
                <a:sym typeface="Basis Grotesque Mono Pro Regular"/>
              </a:defRPr>
            </a:lvl1pPr>
          </a:lstStyle>
          <a:p>
            <a:r>
              <a:rPr lang="en-GB" sz="1500" dirty="0" err="1"/>
              <a:t>PolyAI</a:t>
            </a:r>
            <a:r>
              <a:rPr lang="en-GB" sz="1500" dirty="0"/>
              <a:t> has had a dedicated Agent Design who have mastered how to engage callers with virtual agents. Between them, they have a cumulative century in the field of human-computer interaction. Agent Studio makes these principles easy to follow.</a:t>
            </a:r>
          </a:p>
        </p:txBody>
      </p:sp>
      <p:sp>
        <p:nvSpPr>
          <p:cNvPr id="361" name="Build Process">
            <a:extLst>
              <a:ext uri="{FF2B5EF4-FFF2-40B4-BE49-F238E27FC236}">
                <a16:creationId xmlns:a16="http://schemas.microsoft.com/office/drawing/2014/main" id="{881F7A2A-EFFE-D7AA-C1AD-AF27C58EF7E9}"/>
              </a:ext>
            </a:extLst>
          </p:cNvPr>
          <p:cNvSpPr txBox="1"/>
          <p:nvPr/>
        </p:nvSpPr>
        <p:spPr>
          <a:xfrm>
            <a:off x="62249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000000"/>
                </a:solidFill>
                <a:latin typeface="Basis Grotesque Mono Pro Regular"/>
                <a:ea typeface="Basis Grotesque Mono Pro Regular"/>
                <a:cs typeface="Basis Grotesque Mono Pro Regular"/>
                <a:sym typeface="Basis Grotesque Mono Pro Regular"/>
              </a:defRPr>
            </a:lvl1pPr>
          </a:lstStyle>
          <a:p>
            <a:r>
              <a:rPr lang="en-GB" sz="850" dirty="0"/>
              <a:t>Agent Design</a:t>
            </a:r>
            <a:endParaRPr sz="850" dirty="0"/>
          </a:p>
        </p:txBody>
      </p:sp>
      <p:sp>
        <p:nvSpPr>
          <p:cNvPr id="362" name="Tracking The Build">
            <a:extLst>
              <a:ext uri="{FF2B5EF4-FFF2-40B4-BE49-F238E27FC236}">
                <a16:creationId xmlns:a16="http://schemas.microsoft.com/office/drawing/2014/main" id="{1755FDF7-24B5-FF33-B66D-CF39F89D0A90}"/>
              </a:ext>
            </a:extLst>
          </p:cNvPr>
          <p:cNvSpPr txBox="1"/>
          <p:nvPr/>
        </p:nvSpPr>
        <p:spPr>
          <a:xfrm>
            <a:off x="230647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B5B5B5"/>
                </a:solidFill>
                <a:latin typeface="Basis Grotesque Mono Pro Regular"/>
                <a:ea typeface="Basis Grotesque Mono Pro Regular"/>
                <a:cs typeface="Basis Grotesque Mono Pro Regular"/>
                <a:sym typeface="Basis Grotesque Mono Pro Regular"/>
              </a:defRPr>
            </a:lvl1pPr>
          </a:lstStyle>
          <a:p>
            <a:r>
              <a:rPr lang="en-GB" sz="850" dirty="0"/>
              <a:t>Intro</a:t>
            </a:r>
            <a:endParaRPr sz="850" dirty="0"/>
          </a:p>
        </p:txBody>
      </p:sp>
      <p:sp>
        <p:nvSpPr>
          <p:cNvPr id="4" name="Agent Studio | Training">
            <a:extLst>
              <a:ext uri="{FF2B5EF4-FFF2-40B4-BE49-F238E27FC236}">
                <a16:creationId xmlns:a16="http://schemas.microsoft.com/office/drawing/2014/main" id="{370FF100-D2A2-8BE6-BC01-AC1255BD8890}"/>
              </a:ext>
            </a:extLst>
          </p:cNvPr>
          <p:cNvSpPr txBox="1">
            <a:spLocks/>
          </p:cNvSpPr>
          <p:nvPr/>
        </p:nvSpPr>
        <p:spPr>
          <a:xfrm>
            <a:off x="529561" y="753772"/>
            <a:ext cx="10985501" cy="85483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marL="0" marR="0" indent="0" algn="l" defTabSz="914400" rtl="0" eaLnBrk="1" latinLnBrk="0" hangingPunct="1">
              <a:lnSpc>
                <a:spcPct val="100000"/>
              </a:lnSpc>
              <a:spcBef>
                <a:spcPts val="0"/>
              </a:spcBef>
              <a:spcAft>
                <a:spcPts val="0"/>
              </a:spcAft>
              <a:buClrTx/>
              <a:buSzTx/>
              <a:buFontTx/>
              <a:buNone/>
              <a:tabLst/>
              <a:defRPr sz="8000" b="0" i="0" u="none" strike="noStrike" cap="none" spc="-159" baseline="0">
                <a:solidFill>
                  <a:srgbClr val="000000"/>
                </a:solidFill>
                <a:uFillTx/>
                <a:latin typeface="+mj-lt"/>
                <a:ea typeface="+mj-ea"/>
                <a:cs typeface="+mj-cs"/>
                <a:sym typeface="Matter SQ Regular"/>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r>
              <a:rPr lang="en-GB" sz="3600" kern="0" dirty="0">
                <a:latin typeface="Matter SQ" pitchFamily="2" charset="77"/>
                <a:cs typeface="Matter SQ" pitchFamily="2" charset="77"/>
              </a:rPr>
              <a:t>The </a:t>
            </a:r>
            <a:r>
              <a:rPr lang="en-GB" sz="3600" kern="0" dirty="0" err="1">
                <a:latin typeface="Matter SQ" pitchFamily="2" charset="77"/>
                <a:cs typeface="Matter SQ" pitchFamily="2" charset="77"/>
              </a:rPr>
              <a:t>PolyAI</a:t>
            </a:r>
            <a:r>
              <a:rPr lang="en-GB" sz="3600" kern="0" dirty="0">
                <a:latin typeface="Matter SQ" pitchFamily="2" charset="77"/>
                <a:cs typeface="Matter SQ" pitchFamily="2" charset="77"/>
              </a:rPr>
              <a:t> Difference | Agent Design</a:t>
            </a:r>
          </a:p>
        </p:txBody>
      </p:sp>
      <p:sp>
        <p:nvSpPr>
          <p:cNvPr id="7" name="Rounded Rectangle 6">
            <a:extLst>
              <a:ext uri="{FF2B5EF4-FFF2-40B4-BE49-F238E27FC236}">
                <a16:creationId xmlns:a16="http://schemas.microsoft.com/office/drawing/2014/main" id="{E6138B78-DACA-B03C-F9FA-17BC0683D21C}"/>
              </a:ext>
            </a:extLst>
          </p:cNvPr>
          <p:cNvSpPr/>
          <p:nvPr/>
        </p:nvSpPr>
        <p:spPr>
          <a:xfrm>
            <a:off x="529561" y="3037320"/>
            <a:ext cx="5295227" cy="1246517"/>
          </a:xfrm>
          <a:prstGeom prst="roundRect">
            <a:avLst>
              <a:gd name="adj" fmla="val 17866"/>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t">
            <a:noAutofit/>
          </a:bodyPr>
          <a:lstStyle/>
          <a:p>
            <a:pPr marL="0" marR="0" indent="0" algn="just" defTabSz="1828800" rtl="0" fontAlgn="auto" latinLnBrk="0" hangingPunct="0">
              <a:spcAft>
                <a:spcPts val="0"/>
              </a:spcAft>
              <a:buClrTx/>
              <a:buSzTx/>
              <a:buFontTx/>
              <a:buNone/>
              <a:tabLst/>
            </a:pPr>
            <a:r>
              <a:rPr kumimoji="0" lang="en-US" sz="1400" b="1" i="0" u="none" strike="noStrike" cap="none" spc="0" normalizeH="0" baseline="0" dirty="0">
                <a:ln>
                  <a:noFill/>
                </a:ln>
                <a:effectLst/>
                <a:uFillTx/>
                <a:latin typeface="Matter SQ" pitchFamily="2" charset="77"/>
                <a:ea typeface="Poppins Light"/>
                <a:cs typeface="Matter SQ" pitchFamily="2" charset="77"/>
                <a:sym typeface="Poppins Light"/>
              </a:rPr>
              <a:t>Gain Trust, Quick</a:t>
            </a:r>
          </a:p>
          <a:p>
            <a:pPr marL="0" marR="0" indent="0" defTabSz="1828800" rtl="0" fontAlgn="auto" latinLnBrk="0" hangingPunct="0">
              <a:spcAft>
                <a:spcPts val="0"/>
              </a:spcAft>
              <a:buClrTx/>
              <a:buSzTx/>
              <a:buFontTx/>
              <a:buNone/>
              <a:tabLst/>
            </a:pPr>
            <a:r>
              <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rPr>
              <a:t>Most people don’t trust AI. It’s our role to change this, by creating an engaging and lifelike experience from the off. </a:t>
            </a:r>
            <a:r>
              <a:rPr kumimoji="0" lang="en-US" sz="1200" b="1" i="0" u="none" strike="noStrike" cap="none" spc="0" normalizeH="0" baseline="0" dirty="0">
                <a:ln>
                  <a:noFill/>
                </a:ln>
                <a:solidFill>
                  <a:schemeClr val="bg2"/>
                </a:solidFill>
                <a:effectLst/>
                <a:uFillTx/>
                <a:latin typeface="Matter SQ" pitchFamily="2" charset="77"/>
                <a:ea typeface="Poppins Light"/>
                <a:cs typeface="Matter SQ" pitchFamily="2" charset="77"/>
                <a:sym typeface="Poppins Light"/>
              </a:rPr>
              <a:t>Start all calls with a lifelike and brief ‘How can I help?’ </a:t>
            </a:r>
            <a:r>
              <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rPr>
              <a:t>and let the user explain their intent as they would to a human.</a:t>
            </a:r>
          </a:p>
        </p:txBody>
      </p:sp>
      <p:sp>
        <p:nvSpPr>
          <p:cNvPr id="8" name="Rounded Rectangle 7">
            <a:extLst>
              <a:ext uri="{FF2B5EF4-FFF2-40B4-BE49-F238E27FC236}">
                <a16:creationId xmlns:a16="http://schemas.microsoft.com/office/drawing/2014/main" id="{EED610CD-90AA-AA96-D251-D6C666C9F30F}"/>
              </a:ext>
            </a:extLst>
          </p:cNvPr>
          <p:cNvSpPr/>
          <p:nvPr/>
        </p:nvSpPr>
        <p:spPr>
          <a:xfrm>
            <a:off x="6015961" y="3037319"/>
            <a:ext cx="5295226" cy="1246517"/>
          </a:xfrm>
          <a:prstGeom prst="roundRect">
            <a:avLst>
              <a:gd name="adj" fmla="val 17866"/>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t">
            <a:noAutofit/>
          </a:bodyPr>
          <a:lstStyle/>
          <a:p>
            <a:pPr marL="0" marR="0" indent="0" algn="just" defTabSz="1828800" rtl="0" fontAlgn="auto" latinLnBrk="0" hangingPunct="0">
              <a:spcAft>
                <a:spcPts val="0"/>
              </a:spcAft>
              <a:buClrTx/>
              <a:buSzTx/>
              <a:buFontTx/>
              <a:buNone/>
              <a:tabLst/>
            </a:pPr>
            <a:r>
              <a:rPr kumimoji="0" lang="en-US" sz="1400" b="1" i="0" u="none" strike="noStrike" cap="none" spc="0" normalizeH="0" baseline="0" dirty="0">
                <a:ln>
                  <a:noFill/>
                </a:ln>
                <a:effectLst/>
                <a:uFillTx/>
                <a:latin typeface="Matter SQ" pitchFamily="2" charset="77"/>
                <a:ea typeface="Poppins Light"/>
                <a:cs typeface="Matter SQ" pitchFamily="2" charset="77"/>
                <a:sym typeface="Poppins Light"/>
              </a:rPr>
              <a:t>Guide the user</a:t>
            </a:r>
          </a:p>
          <a:p>
            <a:pPr marL="0" marR="0" indent="0" defTabSz="1828800" rtl="0" fontAlgn="auto" latinLnBrk="0" hangingPunct="0">
              <a:spcAft>
                <a:spcPts val="0"/>
              </a:spcAft>
              <a:buClrTx/>
              <a:buSzTx/>
              <a:buFontTx/>
              <a:buNone/>
              <a:tabLst/>
            </a:pPr>
            <a:r>
              <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rPr>
              <a:t>Agent utterances should </a:t>
            </a:r>
            <a:r>
              <a:rPr kumimoji="0" lang="en-US" sz="1200" b="1" i="0" u="none" strike="noStrike" cap="none" spc="0" normalizeH="0" baseline="0" dirty="0">
                <a:ln>
                  <a:noFill/>
                </a:ln>
                <a:solidFill>
                  <a:schemeClr val="bg2"/>
                </a:solidFill>
                <a:effectLst/>
                <a:uFillTx/>
                <a:latin typeface="Matter SQ" pitchFamily="2" charset="77"/>
                <a:ea typeface="Poppins Light"/>
                <a:cs typeface="Matter SQ" pitchFamily="2" charset="77"/>
                <a:sym typeface="Poppins Light"/>
              </a:rPr>
              <a:t>implicitly make clear how the user is expected to respond</a:t>
            </a:r>
            <a:r>
              <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rPr>
              <a:t>. ‘Can I take your name?’ might elicit the user to say ‘</a:t>
            </a:r>
            <a:r>
              <a:rPr kumimoji="0" lang="en-US" sz="1200" i="0" u="none" strike="noStrike" cap="none" spc="0" normalizeH="0" baseline="0" dirty="0" err="1">
                <a:ln>
                  <a:noFill/>
                </a:ln>
                <a:effectLst/>
                <a:uFillTx/>
                <a:latin typeface="Matter SQ" pitchFamily="2" charset="77"/>
                <a:ea typeface="Poppins Light"/>
                <a:cs typeface="Matter SQ" pitchFamily="2" charset="77"/>
                <a:sym typeface="Poppins Light"/>
              </a:rPr>
              <a:t>yes’</a:t>
            </a:r>
            <a:r>
              <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rPr>
              <a:t> or</a:t>
            </a:r>
            <a:r>
              <a:rPr lang="en-US" sz="1200" dirty="0">
                <a:latin typeface="Matter SQ" pitchFamily="2" charset="77"/>
                <a:ea typeface="Poppins Light"/>
                <a:cs typeface="Matter SQ" pitchFamily="2" charset="77"/>
                <a:sym typeface="Poppins Light"/>
              </a:rPr>
              <a:t> ‘no’ and not give their name. ‘What’s your name?’ guides the user to say the right thing.</a:t>
            </a:r>
            <a:endPar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endParaRPr>
          </a:p>
        </p:txBody>
      </p:sp>
      <p:sp>
        <p:nvSpPr>
          <p:cNvPr id="9" name="Rounded Rectangle 8">
            <a:extLst>
              <a:ext uri="{FF2B5EF4-FFF2-40B4-BE49-F238E27FC236}">
                <a16:creationId xmlns:a16="http://schemas.microsoft.com/office/drawing/2014/main" id="{5FD292E6-41E8-03C9-5C9B-40BA48B8FE15}"/>
              </a:ext>
            </a:extLst>
          </p:cNvPr>
          <p:cNvSpPr/>
          <p:nvPr/>
        </p:nvSpPr>
        <p:spPr>
          <a:xfrm>
            <a:off x="529561" y="4443426"/>
            <a:ext cx="5295227" cy="1405283"/>
          </a:xfrm>
          <a:prstGeom prst="roundRect">
            <a:avLst>
              <a:gd name="adj" fmla="val 17866"/>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t">
            <a:noAutofit/>
          </a:bodyPr>
          <a:lstStyle/>
          <a:p>
            <a:pPr marL="0" marR="0" indent="0" algn="just" defTabSz="1828800" rtl="0" fontAlgn="auto" latinLnBrk="0" hangingPunct="0">
              <a:spcAft>
                <a:spcPts val="0"/>
              </a:spcAft>
              <a:buClrTx/>
              <a:buSzTx/>
              <a:buFontTx/>
              <a:buNone/>
              <a:tabLst/>
            </a:pPr>
            <a:r>
              <a:rPr kumimoji="0" lang="en-US" sz="1400" b="1" i="0" u="none" strike="noStrike" cap="none" spc="0" normalizeH="0" baseline="0" dirty="0">
                <a:ln>
                  <a:noFill/>
                </a:ln>
                <a:effectLst/>
                <a:uFillTx/>
                <a:latin typeface="Matter SQ" pitchFamily="2" charset="77"/>
                <a:ea typeface="Poppins Light"/>
                <a:cs typeface="Matter SQ" pitchFamily="2" charset="77"/>
                <a:sym typeface="Poppins Light"/>
              </a:rPr>
              <a:t>Listen Robustly</a:t>
            </a:r>
          </a:p>
          <a:p>
            <a:pPr marL="0" marR="0" indent="0" defTabSz="1828800" rtl="0" fontAlgn="auto" latinLnBrk="0" hangingPunct="0">
              <a:spcAft>
                <a:spcPts val="0"/>
              </a:spcAft>
              <a:buClrTx/>
              <a:buSzTx/>
              <a:buFontTx/>
              <a:buNone/>
              <a:tabLst/>
            </a:pPr>
            <a:r>
              <a:rPr kumimoji="0" lang="en-US" sz="1200" b="1" i="0" u="none" strike="noStrike" cap="none" spc="0" normalizeH="0" baseline="0" dirty="0">
                <a:ln>
                  <a:noFill/>
                </a:ln>
                <a:solidFill>
                  <a:schemeClr val="bg2"/>
                </a:solidFill>
                <a:effectLst/>
                <a:uFillTx/>
                <a:latin typeface="Matter SQ" pitchFamily="2" charset="77"/>
                <a:ea typeface="Poppins Light"/>
                <a:cs typeface="Matter SQ" pitchFamily="2" charset="77"/>
                <a:sym typeface="Poppins Light"/>
              </a:rPr>
              <a:t>Customers say unexpected things, and you should be ready for it. </a:t>
            </a:r>
            <a:r>
              <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rPr>
              <a:t>The agent should be able to handle a large range of likely responses. This means making sure that when a user says something unexpected they aren’t stuck in a loop, and behavior is defined for misunderstandings.</a:t>
            </a:r>
          </a:p>
        </p:txBody>
      </p:sp>
      <p:sp>
        <p:nvSpPr>
          <p:cNvPr id="10" name="Rounded Rectangle 9">
            <a:extLst>
              <a:ext uri="{FF2B5EF4-FFF2-40B4-BE49-F238E27FC236}">
                <a16:creationId xmlns:a16="http://schemas.microsoft.com/office/drawing/2014/main" id="{5981C6FD-2A4B-A9C0-AA6D-D7E825DC57C7}"/>
              </a:ext>
            </a:extLst>
          </p:cNvPr>
          <p:cNvSpPr/>
          <p:nvPr/>
        </p:nvSpPr>
        <p:spPr>
          <a:xfrm>
            <a:off x="6022311" y="4452052"/>
            <a:ext cx="5295227" cy="1405283"/>
          </a:xfrm>
          <a:prstGeom prst="roundRect">
            <a:avLst>
              <a:gd name="adj" fmla="val 17866"/>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t">
            <a:noAutofit/>
          </a:bodyPr>
          <a:lstStyle/>
          <a:p>
            <a:pPr marL="0" marR="0" indent="0" algn="just" defTabSz="1828800" rtl="0" fontAlgn="auto" latinLnBrk="0" hangingPunct="0">
              <a:spcAft>
                <a:spcPts val="0"/>
              </a:spcAft>
              <a:buClrTx/>
              <a:buSzTx/>
              <a:buFontTx/>
              <a:buNone/>
              <a:tabLst/>
            </a:pPr>
            <a:r>
              <a:rPr kumimoji="0" lang="en-US" sz="1400" b="1" i="0" u="none" strike="noStrike" cap="none" spc="0" normalizeH="0" baseline="0" dirty="0">
                <a:ln>
                  <a:noFill/>
                </a:ln>
                <a:effectLst/>
                <a:uFillTx/>
                <a:latin typeface="Matter SQ" pitchFamily="2" charset="77"/>
                <a:ea typeface="Poppins Light"/>
                <a:cs typeface="Matter SQ" pitchFamily="2" charset="77"/>
                <a:sym typeface="Poppins Light"/>
              </a:rPr>
              <a:t>Give Feedback</a:t>
            </a:r>
          </a:p>
          <a:p>
            <a:pPr defTabSz="1828800" hangingPunct="0"/>
            <a:r>
              <a:rPr lang="en-US" sz="1200" dirty="0">
                <a:latin typeface="Matter SQ" pitchFamily="2" charset="77"/>
                <a:ea typeface="Poppins Light"/>
                <a:cs typeface="Matter SQ" pitchFamily="2" charset="77"/>
                <a:sym typeface="Poppins Light"/>
              </a:rPr>
              <a:t>Trust in a virtual agent will grow every time the agent gets something right. </a:t>
            </a:r>
            <a:r>
              <a:rPr lang="en-US" sz="1200" b="1" dirty="0">
                <a:solidFill>
                  <a:schemeClr val="bg2"/>
                </a:solidFill>
                <a:latin typeface="Matter SQ" pitchFamily="2" charset="77"/>
                <a:ea typeface="Poppins Light"/>
                <a:cs typeface="Matter SQ" pitchFamily="2" charset="77"/>
                <a:sym typeface="Poppins Light"/>
              </a:rPr>
              <a:t>You can speed this up by feeding back that the caller has been understood. </a:t>
            </a:r>
            <a:r>
              <a:rPr lang="en-US" sz="1200" dirty="0">
                <a:latin typeface="Matter SQ" pitchFamily="2" charset="77"/>
                <a:ea typeface="Poppins Light"/>
                <a:cs typeface="Matter SQ" pitchFamily="2" charset="77"/>
                <a:sym typeface="Poppins Light"/>
              </a:rPr>
              <a:t>Instead of responding vaguely, you could respond to a customer’s request to book a reservation with ‘Sure, I can make that booking’.</a:t>
            </a:r>
            <a:endPar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endParaRPr>
          </a:p>
        </p:txBody>
      </p:sp>
    </p:spTree>
    <p:extLst>
      <p:ext uri="{BB962C8B-B14F-4D97-AF65-F5344CB8AC3E}">
        <p14:creationId xmlns:p14="http://schemas.microsoft.com/office/powerpoint/2010/main" val="29231842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dissolv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620C7-3BD2-21CB-6273-EFB6BFAEDB3A}"/>
            </a:ext>
          </a:extLst>
        </p:cNvPr>
        <p:cNvGrpSpPr/>
        <p:nvPr/>
      </p:nvGrpSpPr>
      <p:grpSpPr>
        <a:xfrm>
          <a:off x="0" y="0"/>
          <a:ext cx="0" cy="0"/>
          <a:chOff x="0" y="0"/>
          <a:chExt cx="0" cy="0"/>
        </a:xfrm>
      </p:grpSpPr>
      <p:sp>
        <p:nvSpPr>
          <p:cNvPr id="361" name="Build Process">
            <a:extLst>
              <a:ext uri="{FF2B5EF4-FFF2-40B4-BE49-F238E27FC236}">
                <a16:creationId xmlns:a16="http://schemas.microsoft.com/office/drawing/2014/main" id="{7E63EBF3-447A-B1DC-D6EC-6ABEB80CF40A}"/>
              </a:ext>
            </a:extLst>
          </p:cNvPr>
          <p:cNvSpPr txBox="1"/>
          <p:nvPr/>
        </p:nvSpPr>
        <p:spPr>
          <a:xfrm>
            <a:off x="62249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000000"/>
                </a:solidFill>
                <a:latin typeface="Basis Grotesque Mono Pro Regular"/>
                <a:ea typeface="Basis Grotesque Mono Pro Regular"/>
                <a:cs typeface="Basis Grotesque Mono Pro Regular"/>
                <a:sym typeface="Basis Grotesque Mono Pro Regular"/>
              </a:defRPr>
            </a:lvl1pPr>
          </a:lstStyle>
          <a:p>
            <a:r>
              <a:rPr lang="en-GB" sz="850" dirty="0"/>
              <a:t>Agent Design</a:t>
            </a:r>
            <a:endParaRPr sz="850" dirty="0"/>
          </a:p>
        </p:txBody>
      </p:sp>
      <p:sp>
        <p:nvSpPr>
          <p:cNvPr id="362" name="Tracking The Build">
            <a:extLst>
              <a:ext uri="{FF2B5EF4-FFF2-40B4-BE49-F238E27FC236}">
                <a16:creationId xmlns:a16="http://schemas.microsoft.com/office/drawing/2014/main" id="{D79F6A06-2E42-895D-ABC6-F6648E099DFC}"/>
              </a:ext>
            </a:extLst>
          </p:cNvPr>
          <p:cNvSpPr txBox="1"/>
          <p:nvPr/>
        </p:nvSpPr>
        <p:spPr>
          <a:xfrm>
            <a:off x="230647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B5B5B5"/>
                </a:solidFill>
                <a:latin typeface="Basis Grotesque Mono Pro Regular"/>
                <a:ea typeface="Basis Grotesque Mono Pro Regular"/>
                <a:cs typeface="Basis Grotesque Mono Pro Regular"/>
                <a:sym typeface="Basis Grotesque Mono Pro Regular"/>
              </a:defRPr>
            </a:lvl1pPr>
          </a:lstStyle>
          <a:p>
            <a:r>
              <a:rPr lang="en-GB" sz="850" dirty="0"/>
              <a:t>Intro</a:t>
            </a:r>
            <a:endParaRPr sz="850" dirty="0"/>
          </a:p>
        </p:txBody>
      </p:sp>
      <p:sp>
        <p:nvSpPr>
          <p:cNvPr id="4" name="Agent Studio | Training">
            <a:extLst>
              <a:ext uri="{FF2B5EF4-FFF2-40B4-BE49-F238E27FC236}">
                <a16:creationId xmlns:a16="http://schemas.microsoft.com/office/drawing/2014/main" id="{B0D3AF5A-15C7-8619-C3BE-DE5E8A93BAB4}"/>
              </a:ext>
            </a:extLst>
          </p:cNvPr>
          <p:cNvSpPr txBox="1">
            <a:spLocks/>
          </p:cNvSpPr>
          <p:nvPr/>
        </p:nvSpPr>
        <p:spPr>
          <a:xfrm>
            <a:off x="529561" y="753772"/>
            <a:ext cx="10985501" cy="85483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marL="0" marR="0" indent="0" algn="l" defTabSz="914400" rtl="0" eaLnBrk="1" latinLnBrk="0" hangingPunct="1">
              <a:lnSpc>
                <a:spcPct val="100000"/>
              </a:lnSpc>
              <a:spcBef>
                <a:spcPts val="0"/>
              </a:spcBef>
              <a:spcAft>
                <a:spcPts val="0"/>
              </a:spcAft>
              <a:buClrTx/>
              <a:buSzTx/>
              <a:buFontTx/>
              <a:buNone/>
              <a:tabLst/>
              <a:defRPr sz="8000" b="0" i="0" u="none" strike="noStrike" cap="none" spc="-159" baseline="0">
                <a:solidFill>
                  <a:srgbClr val="000000"/>
                </a:solidFill>
                <a:uFillTx/>
                <a:latin typeface="+mj-lt"/>
                <a:ea typeface="+mj-ea"/>
                <a:cs typeface="+mj-cs"/>
                <a:sym typeface="Matter SQ Regular"/>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r>
              <a:rPr lang="en-GB" sz="3600" kern="0" dirty="0">
                <a:latin typeface="Matter SQ" pitchFamily="2" charset="77"/>
                <a:cs typeface="Matter SQ" pitchFamily="2" charset="77"/>
              </a:rPr>
              <a:t>The </a:t>
            </a:r>
            <a:r>
              <a:rPr lang="en-GB" sz="3600" kern="0" dirty="0" err="1">
                <a:latin typeface="Matter SQ" pitchFamily="2" charset="77"/>
                <a:cs typeface="Matter SQ" pitchFamily="2" charset="77"/>
              </a:rPr>
              <a:t>PolyAI</a:t>
            </a:r>
            <a:r>
              <a:rPr lang="en-GB" sz="3600" kern="0" dirty="0">
                <a:latin typeface="Matter SQ" pitchFamily="2" charset="77"/>
                <a:cs typeface="Matter SQ" pitchFamily="2" charset="77"/>
              </a:rPr>
              <a:t> Difference | Agent Design</a:t>
            </a:r>
          </a:p>
        </p:txBody>
      </p:sp>
      <p:sp>
        <p:nvSpPr>
          <p:cNvPr id="7" name="Rounded Rectangle 6">
            <a:extLst>
              <a:ext uri="{FF2B5EF4-FFF2-40B4-BE49-F238E27FC236}">
                <a16:creationId xmlns:a16="http://schemas.microsoft.com/office/drawing/2014/main" id="{FCA4D383-69CF-6705-878C-F39AFD2386C0}"/>
              </a:ext>
            </a:extLst>
          </p:cNvPr>
          <p:cNvSpPr/>
          <p:nvPr/>
        </p:nvSpPr>
        <p:spPr>
          <a:xfrm>
            <a:off x="529561" y="1852617"/>
            <a:ext cx="5295227" cy="1246517"/>
          </a:xfrm>
          <a:prstGeom prst="roundRect">
            <a:avLst>
              <a:gd name="adj" fmla="val 17866"/>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t">
            <a:noAutofit/>
          </a:bodyPr>
          <a:lstStyle/>
          <a:p>
            <a:pPr marL="0" marR="0" indent="0" algn="just" defTabSz="1828800" rtl="0" fontAlgn="auto" latinLnBrk="0" hangingPunct="0">
              <a:spcAft>
                <a:spcPts val="0"/>
              </a:spcAft>
              <a:buClrTx/>
              <a:buSzTx/>
              <a:buFontTx/>
              <a:buNone/>
              <a:tabLst/>
            </a:pPr>
            <a:r>
              <a:rPr kumimoji="0" lang="en-US" sz="1400" b="1" i="0" u="none" strike="noStrike" cap="none" spc="0" normalizeH="0" baseline="0" dirty="0">
                <a:ln>
                  <a:noFill/>
                </a:ln>
                <a:effectLst/>
                <a:uFillTx/>
                <a:latin typeface="Matter SQ" pitchFamily="2" charset="77"/>
                <a:ea typeface="Poppins Light"/>
                <a:cs typeface="Matter SQ" pitchFamily="2" charset="77"/>
                <a:sym typeface="Poppins Light"/>
              </a:rPr>
              <a:t>Support Correction</a:t>
            </a:r>
          </a:p>
          <a:p>
            <a:pPr marL="0" marR="0" indent="0" defTabSz="1828800" rtl="0" fontAlgn="auto" latinLnBrk="0" hangingPunct="0">
              <a:spcAft>
                <a:spcPts val="0"/>
              </a:spcAft>
              <a:buClrTx/>
              <a:buSzTx/>
              <a:buFontTx/>
              <a:buNone/>
              <a:tabLst/>
            </a:pPr>
            <a:r>
              <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rPr>
              <a:t>Always allow a caller to correct themselves and undo actions. </a:t>
            </a:r>
            <a:r>
              <a:rPr kumimoji="0" lang="en-US" sz="1200" b="1" i="0" u="none" strike="noStrike" cap="none" spc="0" normalizeH="0" baseline="0" dirty="0">
                <a:ln>
                  <a:noFill/>
                </a:ln>
                <a:solidFill>
                  <a:schemeClr val="bg2"/>
                </a:solidFill>
                <a:effectLst/>
                <a:uFillTx/>
                <a:latin typeface="Matter SQ" pitchFamily="2" charset="77"/>
                <a:ea typeface="Poppins Light"/>
                <a:cs typeface="Matter SQ" pitchFamily="2" charset="77"/>
                <a:sym typeface="Poppins Light"/>
              </a:rPr>
              <a:t>Callers make mistakes, </a:t>
            </a:r>
            <a:r>
              <a:rPr lang="en-US" sz="1200" b="1" dirty="0">
                <a:solidFill>
                  <a:schemeClr val="bg2"/>
                </a:solidFill>
                <a:latin typeface="Matter SQ" pitchFamily="2" charset="77"/>
                <a:ea typeface="Poppins Light"/>
                <a:cs typeface="Matter SQ" pitchFamily="2" charset="77"/>
                <a:sym typeface="Poppins Light"/>
              </a:rPr>
              <a:t>just like an agent will. </a:t>
            </a:r>
            <a:r>
              <a:rPr lang="en-US" sz="1200" dirty="0">
                <a:latin typeface="Matter SQ" pitchFamily="2" charset="77"/>
                <a:ea typeface="Poppins Light"/>
                <a:cs typeface="Matter SQ" pitchFamily="2" charset="77"/>
                <a:sym typeface="Poppins Light"/>
              </a:rPr>
              <a:t>It’s often beneficial to read back complex data.</a:t>
            </a:r>
            <a:endPar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endParaRPr>
          </a:p>
        </p:txBody>
      </p:sp>
      <p:sp>
        <p:nvSpPr>
          <p:cNvPr id="8" name="Rounded Rectangle 7">
            <a:extLst>
              <a:ext uri="{FF2B5EF4-FFF2-40B4-BE49-F238E27FC236}">
                <a16:creationId xmlns:a16="http://schemas.microsoft.com/office/drawing/2014/main" id="{45A37F50-81ED-2976-60A7-22DE1CD81DE8}"/>
              </a:ext>
            </a:extLst>
          </p:cNvPr>
          <p:cNvSpPr/>
          <p:nvPr/>
        </p:nvSpPr>
        <p:spPr>
          <a:xfrm>
            <a:off x="6015961" y="1852616"/>
            <a:ext cx="5295226" cy="1246517"/>
          </a:xfrm>
          <a:prstGeom prst="roundRect">
            <a:avLst>
              <a:gd name="adj" fmla="val 17866"/>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t">
            <a:noAutofit/>
          </a:bodyPr>
          <a:lstStyle/>
          <a:p>
            <a:pPr marL="0" marR="0" indent="0" algn="just" defTabSz="1828800" rtl="0" fontAlgn="auto" latinLnBrk="0" hangingPunct="0">
              <a:spcAft>
                <a:spcPts val="0"/>
              </a:spcAft>
              <a:buClrTx/>
              <a:buSzTx/>
              <a:buFontTx/>
              <a:buNone/>
              <a:tabLst/>
            </a:pPr>
            <a:r>
              <a:rPr kumimoji="0" lang="en-US" sz="1400" b="1" i="0" u="none" strike="noStrike" cap="none" spc="0" normalizeH="0" baseline="0" dirty="0">
                <a:ln>
                  <a:noFill/>
                </a:ln>
                <a:effectLst/>
                <a:uFillTx/>
                <a:latin typeface="Matter SQ" pitchFamily="2" charset="77"/>
                <a:ea typeface="Poppins Light"/>
                <a:cs typeface="Matter SQ" pitchFamily="2" charset="77"/>
                <a:sym typeface="Poppins Light"/>
              </a:rPr>
              <a:t>Act Efficiently</a:t>
            </a:r>
          </a:p>
          <a:p>
            <a:pPr marL="0" marR="0" indent="0" defTabSz="1828800" rtl="0" fontAlgn="auto" latinLnBrk="0" hangingPunct="0">
              <a:spcAft>
                <a:spcPts val="0"/>
              </a:spcAft>
              <a:buClrTx/>
              <a:buSzTx/>
              <a:buFontTx/>
              <a:buNone/>
              <a:tabLst/>
            </a:pPr>
            <a:r>
              <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rPr>
              <a:t>Most people want to get their task completed as quickly as possible. Allow them by collecting multiple pieces of information in one go. </a:t>
            </a:r>
            <a:r>
              <a:rPr kumimoji="0" lang="en-US" sz="1200" b="1" i="0" u="none" strike="noStrike" cap="none" spc="0" normalizeH="0" baseline="0" dirty="0">
                <a:ln>
                  <a:noFill/>
                </a:ln>
                <a:solidFill>
                  <a:schemeClr val="bg2"/>
                </a:solidFill>
                <a:effectLst/>
                <a:uFillTx/>
                <a:latin typeface="Matter SQ" pitchFamily="2" charset="77"/>
                <a:ea typeface="Poppins Light"/>
                <a:cs typeface="Matter SQ" pitchFamily="2" charset="77"/>
                <a:sym typeface="Poppins Light"/>
              </a:rPr>
              <a:t>If a caller volunteers all of their requirements upfront, make sure you can remember them and don’t ask again.</a:t>
            </a:r>
          </a:p>
        </p:txBody>
      </p:sp>
      <p:sp>
        <p:nvSpPr>
          <p:cNvPr id="9" name="Rounded Rectangle 8">
            <a:extLst>
              <a:ext uri="{FF2B5EF4-FFF2-40B4-BE49-F238E27FC236}">
                <a16:creationId xmlns:a16="http://schemas.microsoft.com/office/drawing/2014/main" id="{AE9CA365-5F1F-C2F3-AF90-1F6A3CEE35B0}"/>
              </a:ext>
            </a:extLst>
          </p:cNvPr>
          <p:cNvSpPr/>
          <p:nvPr/>
        </p:nvSpPr>
        <p:spPr>
          <a:xfrm>
            <a:off x="529561" y="3258723"/>
            <a:ext cx="5295227" cy="1405283"/>
          </a:xfrm>
          <a:prstGeom prst="roundRect">
            <a:avLst>
              <a:gd name="adj" fmla="val 17866"/>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t">
            <a:noAutofit/>
          </a:bodyPr>
          <a:lstStyle/>
          <a:p>
            <a:pPr marL="0" marR="0" indent="0" algn="just" defTabSz="1828800" rtl="0" fontAlgn="auto" latinLnBrk="0" hangingPunct="0">
              <a:spcAft>
                <a:spcPts val="0"/>
              </a:spcAft>
              <a:buClrTx/>
              <a:buSzTx/>
              <a:buFontTx/>
              <a:buNone/>
              <a:tabLst/>
            </a:pPr>
            <a:r>
              <a:rPr kumimoji="0" lang="en-US" sz="1400" b="1" i="0" u="none" strike="noStrike" cap="none" spc="0" normalizeH="0" baseline="0" dirty="0">
                <a:ln>
                  <a:noFill/>
                </a:ln>
                <a:effectLst/>
                <a:uFillTx/>
                <a:latin typeface="Matter SQ" pitchFamily="2" charset="77"/>
                <a:ea typeface="Poppins Light"/>
                <a:cs typeface="Matter SQ" pitchFamily="2" charset="77"/>
                <a:sym typeface="Poppins Light"/>
              </a:rPr>
              <a:t>Speak Clearly and Naturally</a:t>
            </a:r>
          </a:p>
          <a:p>
            <a:pPr marL="0" marR="0" indent="0" defTabSz="1828800" rtl="0" fontAlgn="auto" latinLnBrk="0" hangingPunct="0">
              <a:spcAft>
                <a:spcPts val="0"/>
              </a:spcAft>
              <a:buClrTx/>
              <a:buSzTx/>
              <a:buFontTx/>
              <a:buNone/>
              <a:tabLst/>
            </a:pPr>
            <a:r>
              <a:rPr kumimoji="0" lang="en-US" sz="1200" b="1" i="0" u="none" strike="noStrike" cap="none" spc="0" normalizeH="0" baseline="0" dirty="0">
                <a:ln>
                  <a:noFill/>
                </a:ln>
                <a:solidFill>
                  <a:schemeClr val="bg2"/>
                </a:solidFill>
                <a:effectLst/>
                <a:uFillTx/>
                <a:latin typeface="Matter SQ" pitchFamily="2" charset="77"/>
                <a:ea typeface="Poppins Light"/>
                <a:cs typeface="Matter SQ" pitchFamily="2" charset="77"/>
                <a:sym typeface="Poppins Light"/>
              </a:rPr>
              <a:t>Brevity is critical. </a:t>
            </a:r>
            <a:r>
              <a:rPr lang="en-US" sz="1200" dirty="0">
                <a:latin typeface="Matter SQ" pitchFamily="2" charset="77"/>
                <a:ea typeface="Poppins Light"/>
                <a:cs typeface="Matter SQ" pitchFamily="2" charset="77"/>
                <a:sym typeface="Poppins Light"/>
              </a:rPr>
              <a:t>Many large language models have a </a:t>
            </a:r>
            <a:r>
              <a:rPr lang="en-US" sz="1200" dirty="0" err="1">
                <a:latin typeface="Matter SQ" pitchFamily="2" charset="77"/>
                <a:ea typeface="Poppins Light"/>
                <a:cs typeface="Matter SQ" pitchFamily="2" charset="77"/>
                <a:sym typeface="Poppins Light"/>
              </a:rPr>
              <a:t>tendancy</a:t>
            </a:r>
            <a:r>
              <a:rPr lang="en-US" sz="1200" dirty="0">
                <a:latin typeface="Matter SQ" pitchFamily="2" charset="77"/>
                <a:ea typeface="Poppins Light"/>
                <a:cs typeface="Matter SQ" pitchFamily="2" charset="77"/>
                <a:sym typeface="Poppins Light"/>
              </a:rPr>
              <a:t> to give long, verbose responses. </a:t>
            </a:r>
            <a:r>
              <a:rPr lang="en-US" sz="1200" dirty="0" err="1">
                <a:latin typeface="Matter SQ" pitchFamily="2" charset="77"/>
                <a:ea typeface="Poppins Light"/>
                <a:cs typeface="Matter SQ" pitchFamily="2" charset="77"/>
                <a:sym typeface="Poppins Light"/>
              </a:rPr>
              <a:t>PolyAI’s</a:t>
            </a:r>
            <a:r>
              <a:rPr lang="en-US" sz="1200" dirty="0">
                <a:latin typeface="Matter SQ" pitchFamily="2" charset="77"/>
                <a:ea typeface="Poppins Light"/>
                <a:cs typeface="Matter SQ" pitchFamily="2" charset="77"/>
                <a:sym typeface="Poppins Light"/>
              </a:rPr>
              <a:t> Raven is trained to give short responses, however if you put too much information or heavy marketing material in your knowledge base, your agent won’t sound human.</a:t>
            </a:r>
            <a:endParaRPr kumimoji="0" lang="en-US" sz="1200" i="0" u="none" strike="noStrike" cap="none" spc="0" normalizeH="0" baseline="0" dirty="0">
              <a:ln>
                <a:noFill/>
              </a:ln>
              <a:effectLst/>
              <a:uFillTx/>
              <a:latin typeface="Matter SQ" pitchFamily="2" charset="77"/>
              <a:ea typeface="Poppins Light"/>
              <a:cs typeface="Matter SQ" pitchFamily="2" charset="77"/>
              <a:sym typeface="Poppins Light"/>
            </a:endParaRPr>
          </a:p>
        </p:txBody>
      </p:sp>
      <p:sp>
        <p:nvSpPr>
          <p:cNvPr id="2" name="TextBox 1">
            <a:extLst>
              <a:ext uri="{FF2B5EF4-FFF2-40B4-BE49-F238E27FC236}">
                <a16:creationId xmlns:a16="http://schemas.microsoft.com/office/drawing/2014/main" id="{563550F2-4BB5-EA14-1CD2-887CCE93A38A}"/>
              </a:ext>
            </a:extLst>
          </p:cNvPr>
          <p:cNvSpPr txBox="1"/>
          <p:nvPr/>
        </p:nvSpPr>
        <p:spPr>
          <a:xfrm>
            <a:off x="6745857" y="3484310"/>
            <a:ext cx="4033792" cy="95410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b="1" dirty="0">
                <a:solidFill>
                  <a:schemeClr val="bg1"/>
                </a:solidFill>
                <a:latin typeface="Matter SQ" pitchFamily="2" charset="77"/>
                <a:cs typeface="Matter SQ" pitchFamily="2" charset="77"/>
              </a:rPr>
              <a:t>…and more. </a:t>
            </a:r>
          </a:p>
          <a:p>
            <a:endParaRPr lang="en-GB" sz="1400" i="1" dirty="0">
              <a:solidFill>
                <a:schemeClr val="bg1"/>
              </a:solidFill>
              <a:latin typeface="Matter SQ" pitchFamily="2" charset="77"/>
              <a:cs typeface="Matter SQ" pitchFamily="2" charset="77"/>
            </a:endParaRPr>
          </a:p>
          <a:p>
            <a:r>
              <a:rPr lang="en-GB" sz="1400" dirty="0">
                <a:solidFill>
                  <a:schemeClr val="bg1"/>
                </a:solidFill>
                <a:latin typeface="Matter SQ" pitchFamily="2" charset="77"/>
                <a:cs typeface="Matter SQ" pitchFamily="2" charset="77"/>
              </a:rPr>
              <a:t>Our Agent Designers will help you with your first updates to your virtual agent.</a:t>
            </a:r>
          </a:p>
        </p:txBody>
      </p:sp>
      <p:sp>
        <p:nvSpPr>
          <p:cNvPr id="3" name="TextBox 2">
            <a:extLst>
              <a:ext uri="{FF2B5EF4-FFF2-40B4-BE49-F238E27FC236}">
                <a16:creationId xmlns:a16="http://schemas.microsoft.com/office/drawing/2014/main" id="{F5AC8784-A5E3-E69C-E424-CBF8635AD3FB}"/>
              </a:ext>
            </a:extLst>
          </p:cNvPr>
          <p:cNvSpPr txBox="1"/>
          <p:nvPr/>
        </p:nvSpPr>
        <p:spPr>
          <a:xfrm>
            <a:off x="529561" y="4823595"/>
            <a:ext cx="4033792" cy="30777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b="1" dirty="0">
                <a:solidFill>
                  <a:schemeClr val="bg1"/>
                </a:solidFill>
                <a:latin typeface="Matter SQ" pitchFamily="2" charset="77"/>
                <a:cs typeface="Matter SQ" pitchFamily="2" charset="77"/>
              </a:rPr>
              <a:t>In Practice</a:t>
            </a:r>
            <a:endParaRPr lang="en-GB" sz="1400" dirty="0">
              <a:solidFill>
                <a:schemeClr val="bg1"/>
              </a:solidFill>
              <a:latin typeface="Matter SQ" pitchFamily="2" charset="77"/>
              <a:cs typeface="Matter SQ" pitchFamily="2" charset="77"/>
            </a:endParaRPr>
          </a:p>
        </p:txBody>
      </p:sp>
      <p:sp>
        <p:nvSpPr>
          <p:cNvPr id="6" name="TextBox 5">
            <a:extLst>
              <a:ext uri="{FF2B5EF4-FFF2-40B4-BE49-F238E27FC236}">
                <a16:creationId xmlns:a16="http://schemas.microsoft.com/office/drawing/2014/main" id="{1CFE6BFB-8FE7-B70C-6FB8-9DDABCAA91AE}"/>
              </a:ext>
            </a:extLst>
          </p:cNvPr>
          <p:cNvSpPr txBox="1"/>
          <p:nvPr/>
        </p:nvSpPr>
        <p:spPr>
          <a:xfrm>
            <a:off x="1259457" y="5290961"/>
            <a:ext cx="4565331" cy="738664"/>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dirty="0">
                <a:solidFill>
                  <a:schemeClr val="bg1"/>
                </a:solidFill>
                <a:latin typeface="Matter SQ" pitchFamily="2" charset="77"/>
                <a:cs typeface="Matter SQ" pitchFamily="2" charset="77"/>
              </a:rPr>
              <a:t>A major UK high-street bank saw a </a:t>
            </a:r>
            <a:r>
              <a:rPr lang="en-GB" sz="1400" b="1" dirty="0">
                <a:solidFill>
                  <a:schemeClr val="bg1"/>
                </a:solidFill>
                <a:latin typeface="Matter SQ" pitchFamily="2" charset="77"/>
                <a:cs typeface="Matter SQ" pitchFamily="2" charset="77"/>
              </a:rPr>
              <a:t>26% increase </a:t>
            </a:r>
            <a:r>
              <a:rPr lang="en-GB" sz="1400" dirty="0">
                <a:solidFill>
                  <a:schemeClr val="bg1"/>
                </a:solidFill>
                <a:latin typeface="Matter SQ" pitchFamily="2" charset="77"/>
                <a:cs typeface="Matter SQ" pitchFamily="2" charset="77"/>
              </a:rPr>
              <a:t>in call handling when changing it’s greeting message to be shorter and less verbose. </a:t>
            </a:r>
            <a:endParaRPr lang="en-US" sz="1400" dirty="0">
              <a:solidFill>
                <a:schemeClr val="bg1"/>
              </a:solidFill>
            </a:endParaRPr>
          </a:p>
        </p:txBody>
      </p:sp>
      <p:sp>
        <p:nvSpPr>
          <p:cNvPr id="11" name="TextBox 10">
            <a:extLst>
              <a:ext uri="{FF2B5EF4-FFF2-40B4-BE49-F238E27FC236}">
                <a16:creationId xmlns:a16="http://schemas.microsoft.com/office/drawing/2014/main" id="{B7B51345-89E7-3892-2D09-01B38AA0DD2B}"/>
              </a:ext>
            </a:extLst>
          </p:cNvPr>
          <p:cNvSpPr txBox="1"/>
          <p:nvPr/>
        </p:nvSpPr>
        <p:spPr>
          <a:xfrm>
            <a:off x="6844189" y="5237857"/>
            <a:ext cx="4466998" cy="738664"/>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dirty="0">
                <a:solidFill>
                  <a:schemeClr val="bg1"/>
                </a:solidFill>
                <a:latin typeface="Matter SQ" pitchFamily="2" charset="77"/>
                <a:cs typeface="Matter SQ" pitchFamily="2" charset="77"/>
              </a:rPr>
              <a:t>A US utilities giant </a:t>
            </a:r>
            <a:r>
              <a:rPr lang="en-GB" sz="1400" b="1" dirty="0">
                <a:solidFill>
                  <a:schemeClr val="bg1"/>
                </a:solidFill>
                <a:latin typeface="Matter SQ" pitchFamily="2" charset="77"/>
                <a:cs typeface="Matter SQ" pitchFamily="2" charset="77"/>
              </a:rPr>
              <a:t>reduced the number of callers asking to speak to a human by 23% </a:t>
            </a:r>
            <a:r>
              <a:rPr lang="en-GB" sz="1400" dirty="0">
                <a:solidFill>
                  <a:schemeClr val="bg1"/>
                </a:solidFill>
                <a:latin typeface="Matter SQ" pitchFamily="2" charset="77"/>
                <a:cs typeface="Matter SQ" pitchFamily="2" charset="77"/>
              </a:rPr>
              <a:t>by removing “I’m a virtual assistant” from the greeting.</a:t>
            </a:r>
            <a:endParaRPr lang="en-US" sz="1400" dirty="0"/>
          </a:p>
        </p:txBody>
      </p:sp>
      <p:pic>
        <p:nvPicPr>
          <p:cNvPr id="13" name="Graphic 12">
            <a:extLst>
              <a:ext uri="{FF2B5EF4-FFF2-40B4-BE49-F238E27FC236}">
                <a16:creationId xmlns:a16="http://schemas.microsoft.com/office/drawing/2014/main" id="{89FF9E79-D2FF-222F-029E-69E7D0A9B02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2495" y="5395124"/>
            <a:ext cx="477147" cy="424131"/>
          </a:xfrm>
          <a:prstGeom prst="rect">
            <a:avLst/>
          </a:prstGeom>
        </p:spPr>
      </p:pic>
      <p:pic>
        <p:nvPicPr>
          <p:cNvPr id="15" name="Graphic 14">
            <a:extLst>
              <a:ext uri="{FF2B5EF4-FFF2-40B4-BE49-F238E27FC236}">
                <a16:creationId xmlns:a16="http://schemas.microsoft.com/office/drawing/2014/main" id="{622C7942-5B96-6480-E7DF-6C0BA6F25A6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90557" y="5345522"/>
            <a:ext cx="355300" cy="473733"/>
          </a:xfrm>
          <a:prstGeom prst="rect">
            <a:avLst/>
          </a:prstGeom>
        </p:spPr>
      </p:pic>
    </p:spTree>
    <p:extLst>
      <p:ext uri="{BB962C8B-B14F-4D97-AF65-F5344CB8AC3E}">
        <p14:creationId xmlns:p14="http://schemas.microsoft.com/office/powerpoint/2010/main" val="110524670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dissolve">
                                      <p:cBhvr>
                                        <p:cTn id="25" dur="500"/>
                                        <p:tgtEl>
                                          <p:spTgt spid="3"/>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dissolve">
                                      <p:cBhvr>
                                        <p:cTn id="28" dur="500"/>
                                        <p:tgtEl>
                                          <p:spTgt spid="6"/>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par>
                                <p:cTn id="32" presetID="9"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dissolve">
                                      <p:cBhvr>
                                        <p:cTn id="34" dur="500"/>
                                        <p:tgtEl>
                                          <p:spTgt spid="13"/>
                                        </p:tgtEl>
                                      </p:cBhvr>
                                    </p:animEffect>
                                  </p:childTnLst>
                                </p:cTn>
                              </p:par>
                              <p:par>
                                <p:cTn id="35" presetID="9"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2" grpId="0"/>
      <p:bldP spid="3" grpId="0"/>
      <p:bldP spid="6"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A0B79-778F-4718-2F9E-7C6B1BE92039}"/>
            </a:ext>
          </a:extLst>
        </p:cNvPr>
        <p:cNvGrpSpPr/>
        <p:nvPr/>
      </p:nvGrpSpPr>
      <p:grpSpPr>
        <a:xfrm>
          <a:off x="0" y="0"/>
          <a:ext cx="0" cy="0"/>
          <a:chOff x="0" y="0"/>
          <a:chExt cx="0" cy="0"/>
        </a:xfrm>
      </p:grpSpPr>
      <p:sp>
        <p:nvSpPr>
          <p:cNvPr id="427" name="Agent Studio | Training">
            <a:extLst>
              <a:ext uri="{FF2B5EF4-FFF2-40B4-BE49-F238E27FC236}">
                <a16:creationId xmlns:a16="http://schemas.microsoft.com/office/drawing/2014/main" id="{AA1D0956-A6A8-45C6-DF90-E562D7F5029D}"/>
              </a:ext>
            </a:extLst>
          </p:cNvPr>
          <p:cNvSpPr txBox="1">
            <a:spLocks noGrp="1"/>
          </p:cNvSpPr>
          <p:nvPr>
            <p:ph type="title"/>
          </p:nvPr>
        </p:nvSpPr>
        <p:spPr>
          <a:xfrm>
            <a:off x="603249" y="3001581"/>
            <a:ext cx="10985501" cy="854838"/>
          </a:xfrm>
          <a:prstGeom prst="rect">
            <a:avLst/>
          </a:prstGeom>
        </p:spPr>
        <p:txBody>
          <a:bodyPr>
            <a:normAutofit/>
          </a:bodyPr>
          <a:lstStyle>
            <a:lvl1pPr>
              <a:defRPr sz="8000" b="0" spc="-159">
                <a:solidFill>
                  <a:srgbClr val="000000"/>
                </a:solidFill>
                <a:latin typeface="+mj-lt"/>
                <a:ea typeface="+mj-ea"/>
                <a:cs typeface="+mj-cs"/>
                <a:sym typeface="Matter SQ Regular"/>
              </a:defRPr>
            </a:lvl1pPr>
          </a:lstStyle>
          <a:p>
            <a:r>
              <a:rPr lang="en-GB" sz="3600" i="1" dirty="0">
                <a:latin typeface="Matter SQ" pitchFamily="2" charset="77"/>
                <a:cs typeface="Matter SQ" pitchFamily="2" charset="77"/>
              </a:rPr>
              <a:t>Agent Studio Tour</a:t>
            </a:r>
            <a:endParaRPr sz="3600" i="1" dirty="0">
              <a:latin typeface="Matter SQ" pitchFamily="2" charset="77"/>
              <a:cs typeface="Matter SQ" pitchFamily="2" charset="77"/>
            </a:endParaRPr>
          </a:p>
        </p:txBody>
      </p:sp>
      <p:sp>
        <p:nvSpPr>
          <p:cNvPr id="429" name="Build Process">
            <a:extLst>
              <a:ext uri="{FF2B5EF4-FFF2-40B4-BE49-F238E27FC236}">
                <a16:creationId xmlns:a16="http://schemas.microsoft.com/office/drawing/2014/main" id="{3D01BD05-60ED-F791-F84C-1B479E4C647D}"/>
              </a:ext>
            </a:extLst>
          </p:cNvPr>
          <p:cNvSpPr txBox="1"/>
          <p:nvPr/>
        </p:nvSpPr>
        <p:spPr>
          <a:xfrm>
            <a:off x="62249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000000"/>
                </a:solidFill>
                <a:latin typeface="Basis Grotesque Mono Pro Regular"/>
                <a:ea typeface="Basis Grotesque Mono Pro Regular"/>
                <a:cs typeface="Basis Grotesque Mono Pro Regular"/>
                <a:sym typeface="Basis Grotesque Mono Pro Regular"/>
              </a:defRPr>
            </a:lvl1pPr>
          </a:lstStyle>
          <a:p>
            <a:r>
              <a:rPr lang="en-GB" sz="850" dirty="0"/>
              <a:t>Training Overview</a:t>
            </a:r>
            <a:endParaRPr sz="850" dirty="0"/>
          </a:p>
        </p:txBody>
      </p:sp>
      <p:sp>
        <p:nvSpPr>
          <p:cNvPr id="430" name="Tracking The Build">
            <a:extLst>
              <a:ext uri="{FF2B5EF4-FFF2-40B4-BE49-F238E27FC236}">
                <a16:creationId xmlns:a16="http://schemas.microsoft.com/office/drawing/2014/main" id="{591CC6C3-C283-B7A1-E64D-902A852B9C61}"/>
              </a:ext>
            </a:extLst>
          </p:cNvPr>
          <p:cNvSpPr txBox="1"/>
          <p:nvPr/>
        </p:nvSpPr>
        <p:spPr>
          <a:xfrm>
            <a:off x="230647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B5B5B5"/>
                </a:solidFill>
                <a:latin typeface="Basis Grotesque Mono Pro Regular"/>
                <a:ea typeface="Basis Grotesque Mono Pro Regular"/>
                <a:cs typeface="Basis Grotesque Mono Pro Regular"/>
                <a:sym typeface="Basis Grotesque Mono Pro Regular"/>
              </a:defRPr>
            </a:lvl1pPr>
          </a:lstStyle>
          <a:p>
            <a:r>
              <a:rPr lang="en-GB" sz="850" dirty="0"/>
              <a:t>Agendas</a:t>
            </a:r>
            <a:endParaRPr sz="850" dirty="0"/>
          </a:p>
        </p:txBody>
      </p:sp>
    </p:spTree>
    <p:extLst>
      <p:ext uri="{BB962C8B-B14F-4D97-AF65-F5344CB8AC3E}">
        <p14:creationId xmlns:p14="http://schemas.microsoft.com/office/powerpoint/2010/main" val="373571199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4137B-059A-B7CE-9609-BC1570253883}"/>
            </a:ext>
          </a:extLst>
        </p:cNvPr>
        <p:cNvGrpSpPr/>
        <p:nvPr/>
      </p:nvGrpSpPr>
      <p:grpSpPr>
        <a:xfrm>
          <a:off x="0" y="0"/>
          <a:ext cx="0" cy="0"/>
          <a:chOff x="0" y="0"/>
          <a:chExt cx="0" cy="0"/>
        </a:xfrm>
      </p:grpSpPr>
      <p:sp>
        <p:nvSpPr>
          <p:cNvPr id="361" name="Build Process">
            <a:extLst>
              <a:ext uri="{FF2B5EF4-FFF2-40B4-BE49-F238E27FC236}">
                <a16:creationId xmlns:a16="http://schemas.microsoft.com/office/drawing/2014/main" id="{8465C179-9C85-7BEB-AFC1-504D14712E32}"/>
              </a:ext>
            </a:extLst>
          </p:cNvPr>
          <p:cNvSpPr txBox="1"/>
          <p:nvPr/>
        </p:nvSpPr>
        <p:spPr>
          <a:xfrm>
            <a:off x="62249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000000"/>
                </a:solidFill>
                <a:latin typeface="Basis Grotesque Mono Pro Regular"/>
                <a:ea typeface="Basis Grotesque Mono Pro Regular"/>
                <a:cs typeface="Basis Grotesque Mono Pro Regular"/>
                <a:sym typeface="Basis Grotesque Mono Pro Regular"/>
              </a:defRPr>
            </a:lvl1pPr>
          </a:lstStyle>
          <a:p>
            <a:r>
              <a:rPr lang="en-GB" sz="850" dirty="0"/>
              <a:t>What is Agent Studio</a:t>
            </a:r>
            <a:endParaRPr sz="850" dirty="0"/>
          </a:p>
        </p:txBody>
      </p:sp>
      <p:sp>
        <p:nvSpPr>
          <p:cNvPr id="362" name="Tracking The Build">
            <a:extLst>
              <a:ext uri="{FF2B5EF4-FFF2-40B4-BE49-F238E27FC236}">
                <a16:creationId xmlns:a16="http://schemas.microsoft.com/office/drawing/2014/main" id="{D07ADA9A-B72D-D71A-1FBD-ABEA4F1DCD53}"/>
              </a:ext>
            </a:extLst>
          </p:cNvPr>
          <p:cNvSpPr txBox="1"/>
          <p:nvPr/>
        </p:nvSpPr>
        <p:spPr>
          <a:xfrm>
            <a:off x="230647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B5B5B5"/>
                </a:solidFill>
                <a:latin typeface="Basis Grotesque Mono Pro Regular"/>
                <a:ea typeface="Basis Grotesque Mono Pro Regular"/>
                <a:cs typeface="Basis Grotesque Mono Pro Regular"/>
                <a:sym typeface="Basis Grotesque Mono Pro Regular"/>
              </a:defRPr>
            </a:lvl1pPr>
          </a:lstStyle>
          <a:p>
            <a:r>
              <a:rPr lang="en-GB" sz="850" dirty="0"/>
              <a:t>Architecture</a:t>
            </a:r>
            <a:endParaRPr sz="850" dirty="0"/>
          </a:p>
        </p:txBody>
      </p:sp>
      <p:sp>
        <p:nvSpPr>
          <p:cNvPr id="4" name="Agent Studio | Training">
            <a:extLst>
              <a:ext uri="{FF2B5EF4-FFF2-40B4-BE49-F238E27FC236}">
                <a16:creationId xmlns:a16="http://schemas.microsoft.com/office/drawing/2014/main" id="{5ED48597-A0CE-E8BA-0E8F-DD9A3B339939}"/>
              </a:ext>
            </a:extLst>
          </p:cNvPr>
          <p:cNvSpPr txBox="1">
            <a:spLocks/>
          </p:cNvSpPr>
          <p:nvPr/>
        </p:nvSpPr>
        <p:spPr>
          <a:xfrm>
            <a:off x="529561" y="753772"/>
            <a:ext cx="10985501" cy="85483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lvl1pPr marL="0" marR="0" indent="0" algn="l" defTabSz="914400" rtl="0" eaLnBrk="1" latinLnBrk="0" hangingPunct="1">
              <a:lnSpc>
                <a:spcPct val="100000"/>
              </a:lnSpc>
              <a:spcBef>
                <a:spcPts val="0"/>
              </a:spcBef>
              <a:spcAft>
                <a:spcPts val="0"/>
              </a:spcAft>
              <a:buClrTx/>
              <a:buSzTx/>
              <a:buFontTx/>
              <a:buNone/>
              <a:tabLst/>
              <a:defRPr sz="8000" b="0" i="0" u="none" strike="noStrike" cap="none" spc="-159" baseline="0">
                <a:solidFill>
                  <a:srgbClr val="000000"/>
                </a:solidFill>
                <a:uFillTx/>
                <a:latin typeface="+mj-lt"/>
                <a:ea typeface="+mj-ea"/>
                <a:cs typeface="+mj-cs"/>
                <a:sym typeface="Matter SQ Regular"/>
              </a:defRPr>
            </a:lvl1pPr>
            <a:lvl2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2pPr>
            <a:lvl3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3pPr>
            <a:lvl4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4pPr>
            <a:lvl5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5pPr>
            <a:lvl6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6pPr>
            <a:lvl7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7pPr>
            <a:lvl8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8pPr>
            <a:lvl9pPr marL="0" marR="0" indent="0" algn="l" defTabSz="914400" rtl="0" eaLnBrk="1" latinLnBrk="0" hangingPunct="1">
              <a:lnSpc>
                <a:spcPct val="100000"/>
              </a:lnSpc>
              <a:spcBef>
                <a:spcPts val="0"/>
              </a:spcBef>
              <a:spcAft>
                <a:spcPts val="0"/>
              </a:spcAft>
              <a:buClrTx/>
              <a:buSzTx/>
              <a:buFontTx/>
              <a:buNone/>
              <a:tabLst/>
              <a:defRPr sz="4000" b="0" i="0" u="none" strike="noStrike" cap="none" spc="-40" baseline="0">
                <a:solidFill>
                  <a:schemeClr val="accent5">
                    <a:satOff val="13993"/>
                    <a:lumOff val="7843"/>
                  </a:schemeClr>
                </a:solidFill>
                <a:uFillTx/>
                <a:latin typeface="Visuelt Pro Bold"/>
                <a:ea typeface="Visuelt Pro Bold"/>
                <a:cs typeface="Visuelt Pro Bold"/>
                <a:sym typeface="Visuelt Pro Bold"/>
              </a:defRPr>
            </a:lvl9pPr>
          </a:lstStyle>
          <a:p>
            <a:r>
              <a:rPr lang="en-GB" sz="3600" kern="0" dirty="0">
                <a:latin typeface="Matter SQ" pitchFamily="2" charset="77"/>
                <a:cs typeface="Matter SQ" pitchFamily="2" charset="77"/>
              </a:rPr>
              <a:t>Recap</a:t>
            </a:r>
          </a:p>
        </p:txBody>
      </p:sp>
      <p:grpSp>
        <p:nvGrpSpPr>
          <p:cNvPr id="39" name="Group 38">
            <a:extLst>
              <a:ext uri="{FF2B5EF4-FFF2-40B4-BE49-F238E27FC236}">
                <a16:creationId xmlns:a16="http://schemas.microsoft.com/office/drawing/2014/main" id="{2B3A5692-3DD8-7114-49E3-000C9FD64CDA}"/>
              </a:ext>
            </a:extLst>
          </p:cNvPr>
          <p:cNvGrpSpPr/>
          <p:nvPr/>
        </p:nvGrpSpPr>
        <p:grpSpPr>
          <a:xfrm>
            <a:off x="529566" y="1852616"/>
            <a:ext cx="6847977" cy="398532"/>
            <a:chOff x="529566" y="1852616"/>
            <a:chExt cx="6847977" cy="398532"/>
          </a:xfrm>
        </p:grpSpPr>
        <p:sp>
          <p:nvSpPr>
            <p:cNvPr id="31" name="Rounded Rectangle 30">
              <a:extLst>
                <a:ext uri="{FF2B5EF4-FFF2-40B4-BE49-F238E27FC236}">
                  <a16:creationId xmlns:a16="http://schemas.microsoft.com/office/drawing/2014/main" id="{C34CD314-8C1F-E534-812A-1010CFCA254B}"/>
                </a:ext>
              </a:extLst>
            </p:cNvPr>
            <p:cNvSpPr/>
            <p:nvPr/>
          </p:nvSpPr>
          <p:spPr>
            <a:xfrm>
              <a:off x="529566" y="1852616"/>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Home</a:t>
              </a:r>
            </a:p>
          </p:txBody>
        </p:sp>
        <p:sp>
          <p:nvSpPr>
            <p:cNvPr id="14" name="TextBox 13">
              <a:extLst>
                <a:ext uri="{FF2B5EF4-FFF2-40B4-BE49-F238E27FC236}">
                  <a16:creationId xmlns:a16="http://schemas.microsoft.com/office/drawing/2014/main" id="{968EFEB6-590A-2D9B-6F13-F70FF43C6B12}"/>
                </a:ext>
              </a:extLst>
            </p:cNvPr>
            <p:cNvSpPr txBox="1"/>
            <p:nvPr/>
          </p:nvSpPr>
          <p:spPr>
            <a:xfrm>
              <a:off x="3343751" y="1897993"/>
              <a:ext cx="4033792" cy="30777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dirty="0">
                  <a:solidFill>
                    <a:schemeClr val="bg1"/>
                  </a:solidFill>
                  <a:latin typeface="Matter SQ" pitchFamily="2" charset="77"/>
                  <a:cs typeface="Matter SQ" pitchFamily="2" charset="77"/>
                </a:rPr>
                <a:t>...to see what’s happening at a glance.</a:t>
              </a:r>
            </a:p>
          </p:txBody>
        </p:sp>
      </p:grpSp>
      <p:grpSp>
        <p:nvGrpSpPr>
          <p:cNvPr id="43" name="Group 42">
            <a:extLst>
              <a:ext uri="{FF2B5EF4-FFF2-40B4-BE49-F238E27FC236}">
                <a16:creationId xmlns:a16="http://schemas.microsoft.com/office/drawing/2014/main" id="{4ADBE70F-5DC1-3A2C-FA94-D8BE3322BC7E}"/>
              </a:ext>
            </a:extLst>
          </p:cNvPr>
          <p:cNvGrpSpPr/>
          <p:nvPr/>
        </p:nvGrpSpPr>
        <p:grpSpPr>
          <a:xfrm>
            <a:off x="529563" y="2441542"/>
            <a:ext cx="6847980" cy="398532"/>
            <a:chOff x="529563" y="2441542"/>
            <a:chExt cx="6847980" cy="398532"/>
          </a:xfrm>
        </p:grpSpPr>
        <p:sp>
          <p:nvSpPr>
            <p:cNvPr id="5" name="Rounded Rectangle 4">
              <a:extLst>
                <a:ext uri="{FF2B5EF4-FFF2-40B4-BE49-F238E27FC236}">
                  <a16:creationId xmlns:a16="http://schemas.microsoft.com/office/drawing/2014/main" id="{BF8892D2-AF0A-9E61-0CBB-2B212A3611D5}"/>
                </a:ext>
              </a:extLst>
            </p:cNvPr>
            <p:cNvSpPr/>
            <p:nvPr/>
          </p:nvSpPr>
          <p:spPr>
            <a:xfrm>
              <a:off x="529563" y="2441542"/>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Smart Analyst</a:t>
              </a:r>
            </a:p>
          </p:txBody>
        </p:sp>
        <p:sp>
          <p:nvSpPr>
            <p:cNvPr id="15" name="TextBox 14">
              <a:extLst>
                <a:ext uri="{FF2B5EF4-FFF2-40B4-BE49-F238E27FC236}">
                  <a16:creationId xmlns:a16="http://schemas.microsoft.com/office/drawing/2014/main" id="{30EF0899-6AE4-3407-822D-7E559A51AAE0}"/>
                </a:ext>
              </a:extLst>
            </p:cNvPr>
            <p:cNvSpPr txBox="1"/>
            <p:nvPr/>
          </p:nvSpPr>
          <p:spPr>
            <a:xfrm>
              <a:off x="3343751" y="2495153"/>
              <a:ext cx="4033792" cy="30777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dirty="0">
                  <a:solidFill>
                    <a:schemeClr val="bg1"/>
                  </a:solidFill>
                  <a:latin typeface="Matter SQ" pitchFamily="2" charset="77"/>
                  <a:cs typeface="Matter SQ" pitchFamily="2" charset="77"/>
                </a:rPr>
                <a:t>…to dive deeper.</a:t>
              </a:r>
            </a:p>
          </p:txBody>
        </p:sp>
      </p:grpSp>
      <p:grpSp>
        <p:nvGrpSpPr>
          <p:cNvPr id="47" name="Group 46">
            <a:extLst>
              <a:ext uri="{FF2B5EF4-FFF2-40B4-BE49-F238E27FC236}">
                <a16:creationId xmlns:a16="http://schemas.microsoft.com/office/drawing/2014/main" id="{5BCC89F0-DD48-D3B5-378B-50214D79DF46}"/>
              </a:ext>
            </a:extLst>
          </p:cNvPr>
          <p:cNvGrpSpPr/>
          <p:nvPr/>
        </p:nvGrpSpPr>
        <p:grpSpPr>
          <a:xfrm>
            <a:off x="529562" y="2983512"/>
            <a:ext cx="7767273" cy="398532"/>
            <a:chOff x="529562" y="2983512"/>
            <a:chExt cx="7767273" cy="398532"/>
          </a:xfrm>
        </p:grpSpPr>
        <p:sp>
          <p:nvSpPr>
            <p:cNvPr id="7" name="Rounded Rectangle 6">
              <a:extLst>
                <a:ext uri="{FF2B5EF4-FFF2-40B4-BE49-F238E27FC236}">
                  <a16:creationId xmlns:a16="http://schemas.microsoft.com/office/drawing/2014/main" id="{61128CE1-B1B9-16E4-3760-B34C7CCC22B0}"/>
                </a:ext>
              </a:extLst>
            </p:cNvPr>
            <p:cNvSpPr/>
            <p:nvPr/>
          </p:nvSpPr>
          <p:spPr>
            <a:xfrm>
              <a:off x="529562" y="2983512"/>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Conversation Review</a:t>
              </a:r>
            </a:p>
          </p:txBody>
        </p:sp>
        <p:sp>
          <p:nvSpPr>
            <p:cNvPr id="32" name="TextBox 31">
              <a:extLst>
                <a:ext uri="{FF2B5EF4-FFF2-40B4-BE49-F238E27FC236}">
                  <a16:creationId xmlns:a16="http://schemas.microsoft.com/office/drawing/2014/main" id="{53079F95-4C73-3CA3-A85D-9A5C8FA33A6D}"/>
                </a:ext>
              </a:extLst>
            </p:cNvPr>
            <p:cNvSpPr txBox="1"/>
            <p:nvPr/>
          </p:nvSpPr>
          <p:spPr>
            <a:xfrm>
              <a:off x="3343751" y="3018525"/>
              <a:ext cx="4953084" cy="30777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dirty="0">
                  <a:solidFill>
                    <a:schemeClr val="bg1"/>
                  </a:solidFill>
                  <a:latin typeface="Matter SQ" pitchFamily="2" charset="77"/>
                  <a:cs typeface="Matter SQ" pitchFamily="2" charset="77"/>
                </a:rPr>
                <a:t>…to hear for yourself what smart analyst has told you.</a:t>
              </a:r>
            </a:p>
          </p:txBody>
        </p:sp>
      </p:grpSp>
      <p:grpSp>
        <p:nvGrpSpPr>
          <p:cNvPr id="53" name="Group 52">
            <a:extLst>
              <a:ext uri="{FF2B5EF4-FFF2-40B4-BE49-F238E27FC236}">
                <a16:creationId xmlns:a16="http://schemas.microsoft.com/office/drawing/2014/main" id="{3B2EB35A-F426-471D-788C-9C5985F6E070}"/>
              </a:ext>
            </a:extLst>
          </p:cNvPr>
          <p:cNvGrpSpPr/>
          <p:nvPr/>
        </p:nvGrpSpPr>
        <p:grpSpPr>
          <a:xfrm>
            <a:off x="529561" y="3540386"/>
            <a:ext cx="7767274" cy="398532"/>
            <a:chOff x="529561" y="3540386"/>
            <a:chExt cx="7767274" cy="398532"/>
          </a:xfrm>
        </p:grpSpPr>
        <p:sp>
          <p:nvSpPr>
            <p:cNvPr id="9" name="Rounded Rectangle 8">
              <a:extLst>
                <a:ext uri="{FF2B5EF4-FFF2-40B4-BE49-F238E27FC236}">
                  <a16:creationId xmlns:a16="http://schemas.microsoft.com/office/drawing/2014/main" id="{F653DC38-507D-4FF0-445E-AFD08B6D8A05}"/>
                </a:ext>
              </a:extLst>
            </p:cNvPr>
            <p:cNvSpPr/>
            <p:nvPr/>
          </p:nvSpPr>
          <p:spPr>
            <a:xfrm>
              <a:off x="529561" y="3540386"/>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Knowledge Base</a:t>
              </a:r>
            </a:p>
          </p:txBody>
        </p:sp>
        <p:sp>
          <p:nvSpPr>
            <p:cNvPr id="35" name="TextBox 34">
              <a:extLst>
                <a:ext uri="{FF2B5EF4-FFF2-40B4-BE49-F238E27FC236}">
                  <a16:creationId xmlns:a16="http://schemas.microsoft.com/office/drawing/2014/main" id="{8D96C4C3-7426-03CE-EFB0-992FBC8B2A39}"/>
                </a:ext>
              </a:extLst>
            </p:cNvPr>
            <p:cNvSpPr txBox="1"/>
            <p:nvPr/>
          </p:nvSpPr>
          <p:spPr>
            <a:xfrm>
              <a:off x="3343751" y="3585763"/>
              <a:ext cx="4953084" cy="30777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dirty="0">
                  <a:solidFill>
                    <a:schemeClr val="bg1"/>
                  </a:solidFill>
                  <a:latin typeface="Matter SQ" pitchFamily="2" charset="77"/>
                  <a:cs typeface="Matter SQ" pitchFamily="2" charset="77"/>
                </a:rPr>
                <a:t>…to add new content.</a:t>
              </a:r>
            </a:p>
          </p:txBody>
        </p:sp>
      </p:grpSp>
      <p:grpSp>
        <p:nvGrpSpPr>
          <p:cNvPr id="54" name="Group 53">
            <a:extLst>
              <a:ext uri="{FF2B5EF4-FFF2-40B4-BE49-F238E27FC236}">
                <a16:creationId xmlns:a16="http://schemas.microsoft.com/office/drawing/2014/main" id="{79BD630D-8936-47BB-B05E-129C4DB27A1A}"/>
              </a:ext>
            </a:extLst>
          </p:cNvPr>
          <p:cNvGrpSpPr/>
          <p:nvPr/>
        </p:nvGrpSpPr>
        <p:grpSpPr>
          <a:xfrm>
            <a:off x="529561" y="4114408"/>
            <a:ext cx="7767274" cy="398532"/>
            <a:chOff x="529561" y="4114408"/>
            <a:chExt cx="7767274" cy="398532"/>
          </a:xfrm>
        </p:grpSpPr>
        <p:sp>
          <p:nvSpPr>
            <p:cNvPr id="11" name="Rounded Rectangle 10">
              <a:extLst>
                <a:ext uri="{FF2B5EF4-FFF2-40B4-BE49-F238E27FC236}">
                  <a16:creationId xmlns:a16="http://schemas.microsoft.com/office/drawing/2014/main" id="{F83121F4-D3AE-720D-C13B-2B158601F657}"/>
                </a:ext>
              </a:extLst>
            </p:cNvPr>
            <p:cNvSpPr/>
            <p:nvPr/>
          </p:nvSpPr>
          <p:spPr>
            <a:xfrm>
              <a:off x="529561" y="4114408"/>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Custom Dashboards</a:t>
              </a:r>
            </a:p>
          </p:txBody>
        </p:sp>
        <p:sp>
          <p:nvSpPr>
            <p:cNvPr id="36" name="TextBox 35">
              <a:extLst>
                <a:ext uri="{FF2B5EF4-FFF2-40B4-BE49-F238E27FC236}">
                  <a16:creationId xmlns:a16="http://schemas.microsoft.com/office/drawing/2014/main" id="{CC7C63A5-AC9D-70D3-3E4C-35C3CB08BC84}"/>
                </a:ext>
              </a:extLst>
            </p:cNvPr>
            <p:cNvSpPr txBox="1"/>
            <p:nvPr/>
          </p:nvSpPr>
          <p:spPr>
            <a:xfrm>
              <a:off x="3343751" y="4153001"/>
              <a:ext cx="4953084" cy="30777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dirty="0">
                  <a:solidFill>
                    <a:schemeClr val="bg1"/>
                  </a:solidFill>
                  <a:latin typeface="Matter SQ" pitchFamily="2" charset="77"/>
                  <a:cs typeface="Matter SQ" pitchFamily="2" charset="77"/>
                </a:rPr>
                <a:t>…to monitor the impact.</a:t>
              </a:r>
            </a:p>
          </p:txBody>
        </p:sp>
      </p:grpSp>
      <p:grpSp>
        <p:nvGrpSpPr>
          <p:cNvPr id="55" name="Group 54">
            <a:extLst>
              <a:ext uri="{FF2B5EF4-FFF2-40B4-BE49-F238E27FC236}">
                <a16:creationId xmlns:a16="http://schemas.microsoft.com/office/drawing/2014/main" id="{A850FD36-2B92-E7F5-334D-3B7944EEE2E9}"/>
              </a:ext>
            </a:extLst>
          </p:cNvPr>
          <p:cNvGrpSpPr/>
          <p:nvPr/>
        </p:nvGrpSpPr>
        <p:grpSpPr>
          <a:xfrm>
            <a:off x="529561" y="4659006"/>
            <a:ext cx="7767274" cy="398532"/>
            <a:chOff x="529561" y="4659006"/>
            <a:chExt cx="7767274" cy="398532"/>
          </a:xfrm>
        </p:grpSpPr>
        <p:sp>
          <p:nvSpPr>
            <p:cNvPr id="13" name="Rounded Rectangle 12">
              <a:extLst>
                <a:ext uri="{FF2B5EF4-FFF2-40B4-BE49-F238E27FC236}">
                  <a16:creationId xmlns:a16="http://schemas.microsoft.com/office/drawing/2014/main" id="{DB04E072-12DB-7060-4DFF-D5A83371E1EC}"/>
                </a:ext>
              </a:extLst>
            </p:cNvPr>
            <p:cNvSpPr/>
            <p:nvPr/>
          </p:nvSpPr>
          <p:spPr>
            <a:xfrm>
              <a:off x="529561" y="4659006"/>
              <a:ext cx="2559521" cy="398532"/>
            </a:xfrm>
            <a:prstGeom prst="roundRect">
              <a:avLst>
                <a:gd name="adj" fmla="val 40811"/>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0000" tIns="91439" rIns="91439" bIns="91439" numCol="1" spcCol="38100" rtlCol="0" anchor="ctr">
              <a:noAutofit/>
            </a:bodyPr>
            <a:lstStyle/>
            <a:p>
              <a:pPr marL="0" marR="0" indent="0" algn="ctr" defTabSz="1828800" rtl="0" fontAlgn="auto" latinLnBrk="0" hangingPunct="0">
                <a:spcAft>
                  <a:spcPts val="0"/>
                </a:spcAft>
                <a:buClrTx/>
                <a:buSzTx/>
                <a:buFontTx/>
                <a:buNone/>
                <a:tabLst/>
              </a:pPr>
              <a:r>
                <a:rPr kumimoji="0" lang="en-US" sz="1400" b="0" i="0" u="none" strike="noStrike" cap="none" spc="0" normalizeH="0" baseline="0" dirty="0">
                  <a:ln>
                    <a:noFill/>
                  </a:ln>
                  <a:effectLst/>
                  <a:uFillTx/>
                  <a:latin typeface="Matter SQ" pitchFamily="2" charset="77"/>
                  <a:ea typeface="Poppins Light"/>
                  <a:cs typeface="Matter SQ" pitchFamily="2" charset="77"/>
                  <a:sym typeface="Poppins Light"/>
                </a:rPr>
                <a:t>Change Tracking</a:t>
              </a:r>
            </a:p>
          </p:txBody>
        </p:sp>
        <p:sp>
          <p:nvSpPr>
            <p:cNvPr id="38" name="TextBox 37">
              <a:extLst>
                <a:ext uri="{FF2B5EF4-FFF2-40B4-BE49-F238E27FC236}">
                  <a16:creationId xmlns:a16="http://schemas.microsoft.com/office/drawing/2014/main" id="{870C1BD5-C02D-7243-FDCD-D237FF2FE112}"/>
                </a:ext>
              </a:extLst>
            </p:cNvPr>
            <p:cNvSpPr txBox="1"/>
            <p:nvPr/>
          </p:nvSpPr>
          <p:spPr>
            <a:xfrm>
              <a:off x="3343751" y="4704383"/>
              <a:ext cx="4953084" cy="307777"/>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GB" sz="1400" dirty="0">
                  <a:solidFill>
                    <a:schemeClr val="bg1"/>
                  </a:solidFill>
                  <a:latin typeface="Matter SQ" pitchFamily="2" charset="77"/>
                  <a:cs typeface="Matter SQ" pitchFamily="2" charset="77"/>
                </a:rPr>
                <a:t>…to revert it or rollout to more users.</a:t>
              </a:r>
            </a:p>
          </p:txBody>
        </p:sp>
      </p:grpSp>
    </p:spTree>
    <p:extLst>
      <p:ext uri="{BB962C8B-B14F-4D97-AF65-F5344CB8AC3E}">
        <p14:creationId xmlns:p14="http://schemas.microsoft.com/office/powerpoint/2010/main" val="320397930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dissolve">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dissolve">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dissolve">
                                      <p:cBhvr>
                                        <p:cTn id="22" dur="500"/>
                                        <p:tgtEl>
                                          <p:spTgt spid="53"/>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dissolve">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dissolve">
                                      <p:cBhvr>
                                        <p:cTn id="3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CAB95-3A66-7E83-B1EC-3A27BAE64B81}"/>
            </a:ext>
          </a:extLst>
        </p:cNvPr>
        <p:cNvGrpSpPr/>
        <p:nvPr/>
      </p:nvGrpSpPr>
      <p:grpSpPr>
        <a:xfrm>
          <a:off x="0" y="0"/>
          <a:ext cx="0" cy="0"/>
          <a:chOff x="0" y="0"/>
          <a:chExt cx="0" cy="0"/>
        </a:xfrm>
      </p:grpSpPr>
      <p:sp>
        <p:nvSpPr>
          <p:cNvPr id="427" name="Agent Studio | Training">
            <a:extLst>
              <a:ext uri="{FF2B5EF4-FFF2-40B4-BE49-F238E27FC236}">
                <a16:creationId xmlns:a16="http://schemas.microsoft.com/office/drawing/2014/main" id="{B6F4E314-9A88-E800-20E9-350902D972EE}"/>
              </a:ext>
            </a:extLst>
          </p:cNvPr>
          <p:cNvSpPr txBox="1">
            <a:spLocks noGrp="1"/>
          </p:cNvSpPr>
          <p:nvPr>
            <p:ph type="title"/>
          </p:nvPr>
        </p:nvSpPr>
        <p:spPr>
          <a:xfrm>
            <a:off x="529561" y="753772"/>
            <a:ext cx="10985501" cy="854838"/>
          </a:xfrm>
          <a:prstGeom prst="rect">
            <a:avLst/>
          </a:prstGeom>
        </p:spPr>
        <p:txBody>
          <a:bodyPr>
            <a:normAutofit/>
          </a:bodyPr>
          <a:lstStyle>
            <a:lvl1pPr>
              <a:defRPr sz="8000" b="0" spc="-159">
                <a:solidFill>
                  <a:srgbClr val="000000"/>
                </a:solidFill>
                <a:latin typeface="+mj-lt"/>
                <a:ea typeface="+mj-ea"/>
                <a:cs typeface="+mj-cs"/>
                <a:sym typeface="Matter SQ Regular"/>
              </a:defRPr>
            </a:lvl1pPr>
          </a:lstStyle>
          <a:p>
            <a:r>
              <a:rPr lang="en-GB" sz="3600" dirty="0">
                <a:latin typeface="Matter SQ" pitchFamily="2" charset="77"/>
                <a:cs typeface="Matter SQ" pitchFamily="2" charset="77"/>
              </a:rPr>
              <a:t>Next Time</a:t>
            </a:r>
            <a:endParaRPr sz="3600" dirty="0">
              <a:latin typeface="Matter SQ" pitchFamily="2" charset="77"/>
              <a:cs typeface="Matter SQ" pitchFamily="2" charset="77"/>
            </a:endParaRPr>
          </a:p>
        </p:txBody>
      </p:sp>
      <p:sp>
        <p:nvSpPr>
          <p:cNvPr id="428" name="You’ll receive training over three sessions to get your team up to speed on how to analyse customer data">
            <a:extLst>
              <a:ext uri="{FF2B5EF4-FFF2-40B4-BE49-F238E27FC236}">
                <a16:creationId xmlns:a16="http://schemas.microsoft.com/office/drawing/2014/main" id="{0319F34C-71D7-3246-B4AA-A6CAA6F9D495}"/>
              </a:ext>
            </a:extLst>
          </p:cNvPr>
          <p:cNvSpPr txBox="1"/>
          <p:nvPr/>
        </p:nvSpPr>
        <p:spPr>
          <a:xfrm>
            <a:off x="549920" y="1550106"/>
            <a:ext cx="6336093" cy="5324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lstStyle>
            <a:lvl1pPr algn="l" defTabSz="825500">
              <a:spcBef>
                <a:spcPts val="5100"/>
              </a:spcBef>
              <a:defRPr sz="3000" spc="-29">
                <a:solidFill>
                  <a:srgbClr val="848484"/>
                </a:solidFill>
                <a:latin typeface="Basis Grotesque Mono Pro Regular"/>
                <a:ea typeface="Basis Grotesque Mono Pro Regular"/>
                <a:cs typeface="Basis Grotesque Mono Pro Regular"/>
                <a:sym typeface="Basis Grotesque Mono Pro Regular"/>
              </a:defRPr>
            </a:lvl1pPr>
          </a:lstStyle>
          <a:p>
            <a:r>
              <a:rPr sz="1500" dirty="0"/>
              <a:t>You’ll receive training over three sessions to get your team up to speed on how to </a:t>
            </a:r>
            <a:r>
              <a:rPr sz="1500" dirty="0" err="1"/>
              <a:t>analyse</a:t>
            </a:r>
            <a:r>
              <a:rPr sz="1500" dirty="0"/>
              <a:t> customer data</a:t>
            </a:r>
          </a:p>
        </p:txBody>
      </p:sp>
      <p:sp>
        <p:nvSpPr>
          <p:cNvPr id="429" name="Build Process">
            <a:extLst>
              <a:ext uri="{FF2B5EF4-FFF2-40B4-BE49-F238E27FC236}">
                <a16:creationId xmlns:a16="http://schemas.microsoft.com/office/drawing/2014/main" id="{7216A769-1810-501A-FAC5-8D2E7C605E52}"/>
              </a:ext>
            </a:extLst>
          </p:cNvPr>
          <p:cNvSpPr txBox="1"/>
          <p:nvPr/>
        </p:nvSpPr>
        <p:spPr>
          <a:xfrm>
            <a:off x="62249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000000"/>
                </a:solidFill>
                <a:latin typeface="Basis Grotesque Mono Pro Regular"/>
                <a:ea typeface="Basis Grotesque Mono Pro Regular"/>
                <a:cs typeface="Basis Grotesque Mono Pro Regular"/>
                <a:sym typeface="Basis Grotesque Mono Pro Regular"/>
              </a:defRPr>
            </a:lvl1pPr>
          </a:lstStyle>
          <a:p>
            <a:r>
              <a:rPr lang="en-GB" sz="850" dirty="0"/>
              <a:t>Training Overview</a:t>
            </a:r>
            <a:endParaRPr sz="850" dirty="0"/>
          </a:p>
        </p:txBody>
      </p:sp>
      <p:sp>
        <p:nvSpPr>
          <p:cNvPr id="430" name="Tracking The Build">
            <a:extLst>
              <a:ext uri="{FF2B5EF4-FFF2-40B4-BE49-F238E27FC236}">
                <a16:creationId xmlns:a16="http://schemas.microsoft.com/office/drawing/2014/main" id="{E237AF42-5FF8-AA02-2C0D-33A76AD8698E}"/>
              </a:ext>
            </a:extLst>
          </p:cNvPr>
          <p:cNvSpPr txBox="1"/>
          <p:nvPr/>
        </p:nvSpPr>
        <p:spPr>
          <a:xfrm>
            <a:off x="2306475" y="237258"/>
            <a:ext cx="1479408" cy="2725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normAutofit/>
          </a:bodyPr>
          <a:lstStyle>
            <a:lvl1pPr algn="l">
              <a:defRPr sz="1700">
                <a:solidFill>
                  <a:srgbClr val="B5B5B5"/>
                </a:solidFill>
                <a:latin typeface="Basis Grotesque Mono Pro Regular"/>
                <a:ea typeface="Basis Grotesque Mono Pro Regular"/>
                <a:cs typeface="Basis Grotesque Mono Pro Regular"/>
                <a:sym typeface="Basis Grotesque Mono Pro Regular"/>
              </a:defRPr>
            </a:lvl1pPr>
          </a:lstStyle>
          <a:p>
            <a:r>
              <a:rPr lang="en-GB" sz="850" dirty="0"/>
              <a:t>Agendas</a:t>
            </a:r>
            <a:endParaRPr sz="850" dirty="0"/>
          </a:p>
        </p:txBody>
      </p:sp>
      <p:sp>
        <p:nvSpPr>
          <p:cNvPr id="431" name="Intro to PolyAI Agents…">
            <a:extLst>
              <a:ext uri="{FF2B5EF4-FFF2-40B4-BE49-F238E27FC236}">
                <a16:creationId xmlns:a16="http://schemas.microsoft.com/office/drawing/2014/main" id="{41233CDA-846B-3A04-393F-F849B7223044}"/>
              </a:ext>
            </a:extLst>
          </p:cNvPr>
          <p:cNvSpPr/>
          <p:nvPr/>
        </p:nvSpPr>
        <p:spPr>
          <a:xfrm>
            <a:off x="546100" y="2260600"/>
            <a:ext cx="8175526" cy="1041649"/>
          </a:xfrm>
          <a:prstGeom prst="roundRect">
            <a:avLst>
              <a:gd name="adj" fmla="val 27281"/>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t"/>
          <a:lstStyle/>
          <a:p>
            <a:pPr marR="127000" indent="952500" defTabSz="412750">
              <a:defRPr sz="3200">
                <a:solidFill>
                  <a:srgbClr val="FFFFFF"/>
                </a:solidFill>
                <a:latin typeface="Matter SQ Bold"/>
                <a:ea typeface="Matter SQ Bold"/>
                <a:cs typeface="Matter SQ Bold"/>
                <a:sym typeface="Matter SQ Bold"/>
              </a:defRPr>
            </a:pPr>
            <a:r>
              <a:rPr sz="1600" dirty="0"/>
              <a:t>Intro to PolyAI Agents</a:t>
            </a:r>
          </a:p>
          <a:p>
            <a:pPr marL="952500" marR="127000" defTabSz="412750">
              <a:defRPr sz="3200">
                <a:solidFill>
                  <a:srgbClr val="FFFFFF"/>
                </a:solidFill>
                <a:latin typeface="+mj-lt"/>
                <a:ea typeface="+mj-ea"/>
                <a:cs typeface="+mj-cs"/>
                <a:sym typeface="Matter SQ Regular"/>
              </a:defRPr>
            </a:pPr>
            <a:r>
              <a:rPr sz="1600" dirty="0">
                <a:latin typeface="Matter SQ" pitchFamily="2" charset="77"/>
                <a:cs typeface="Matter SQ" pitchFamily="2" charset="77"/>
              </a:rPr>
              <a:t>Understand our build methodologies and the capabilities of Agent Studio, the PolyAI platform</a:t>
            </a:r>
          </a:p>
        </p:txBody>
      </p:sp>
      <p:sp>
        <p:nvSpPr>
          <p:cNvPr id="432" name="Building and Managing Voice Agents | Hands On Session…">
            <a:extLst>
              <a:ext uri="{FF2B5EF4-FFF2-40B4-BE49-F238E27FC236}">
                <a16:creationId xmlns:a16="http://schemas.microsoft.com/office/drawing/2014/main" id="{716C39D0-5A2F-F617-E775-A543E17FF029}"/>
              </a:ext>
            </a:extLst>
          </p:cNvPr>
          <p:cNvSpPr/>
          <p:nvPr/>
        </p:nvSpPr>
        <p:spPr>
          <a:xfrm>
            <a:off x="546100" y="3385643"/>
            <a:ext cx="8175526" cy="1041649"/>
          </a:xfrm>
          <a:prstGeom prst="roundRect">
            <a:avLst>
              <a:gd name="adj" fmla="val 26381"/>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p>
            <a:pPr marR="127000" indent="952500" defTabSz="412750">
              <a:defRPr sz="3200">
                <a:solidFill>
                  <a:srgbClr val="FFFFFF"/>
                </a:solidFill>
                <a:latin typeface="Matter SQ Bold"/>
                <a:ea typeface="Matter SQ Bold"/>
                <a:cs typeface="Matter SQ Bold"/>
                <a:sym typeface="Matter SQ Bold"/>
              </a:defRPr>
            </a:pPr>
            <a:r>
              <a:rPr sz="1600" dirty="0"/>
              <a:t>Building and Managing Voice Agents </a:t>
            </a:r>
            <a:r>
              <a:rPr sz="1600" dirty="0">
                <a:latin typeface="+mj-lt"/>
                <a:ea typeface="+mj-ea"/>
                <a:cs typeface="+mj-cs"/>
                <a:sym typeface="Matter SQ Regular"/>
              </a:rPr>
              <a:t>|</a:t>
            </a:r>
            <a:r>
              <a:rPr sz="1600" dirty="0"/>
              <a:t> </a:t>
            </a:r>
            <a:r>
              <a:rPr sz="1600" i="1" dirty="0">
                <a:solidFill>
                  <a:srgbClr val="D9EE50"/>
                </a:solidFill>
                <a:latin typeface="Matter SQ" pitchFamily="2" charset="77"/>
                <a:ea typeface="+mj-ea"/>
                <a:cs typeface="Matter SQ" pitchFamily="2" charset="77"/>
                <a:sym typeface="Matter SQ Regular"/>
              </a:rPr>
              <a:t>Hands On Session</a:t>
            </a:r>
          </a:p>
          <a:p>
            <a:pPr marL="952500" marR="127000" defTabSz="412750">
              <a:defRPr sz="3200">
                <a:solidFill>
                  <a:srgbClr val="FFFFFF"/>
                </a:solidFill>
                <a:latin typeface="+mj-lt"/>
                <a:ea typeface="+mj-ea"/>
                <a:cs typeface="+mj-cs"/>
                <a:sym typeface="Matter SQ Regular"/>
              </a:defRPr>
            </a:pPr>
            <a:r>
              <a:rPr sz="1600" dirty="0">
                <a:latin typeface="Matter SQ" pitchFamily="2" charset="77"/>
                <a:cs typeface="Matter SQ" pitchFamily="2" charset="77"/>
              </a:rPr>
              <a:t>Know how to use Agent Studio with interactive experience updating KBs, setting up AB tests and managing voices</a:t>
            </a:r>
          </a:p>
        </p:txBody>
      </p:sp>
      <p:sp>
        <p:nvSpPr>
          <p:cNvPr id="433" name="Your Virtual Agent | Hands On Session…">
            <a:extLst>
              <a:ext uri="{FF2B5EF4-FFF2-40B4-BE49-F238E27FC236}">
                <a16:creationId xmlns:a16="http://schemas.microsoft.com/office/drawing/2014/main" id="{4D8D2591-6618-72C3-7181-F8B341C9E8E9}"/>
              </a:ext>
            </a:extLst>
          </p:cNvPr>
          <p:cNvSpPr/>
          <p:nvPr/>
        </p:nvSpPr>
        <p:spPr>
          <a:xfrm>
            <a:off x="546100" y="4510686"/>
            <a:ext cx="8175526" cy="1041649"/>
          </a:xfrm>
          <a:prstGeom prst="roundRect">
            <a:avLst>
              <a:gd name="adj" fmla="val 26381"/>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lstStyle/>
          <a:p>
            <a:pPr marR="127000" indent="952500" defTabSz="412750">
              <a:defRPr sz="3200">
                <a:solidFill>
                  <a:srgbClr val="FFFFFF"/>
                </a:solidFill>
                <a:latin typeface="Matter SQ Bold"/>
                <a:ea typeface="Matter SQ Bold"/>
                <a:cs typeface="Matter SQ Bold"/>
                <a:sym typeface="Matter SQ Bold"/>
              </a:defRPr>
            </a:pPr>
            <a:r>
              <a:rPr sz="1600" dirty="0"/>
              <a:t>Your Virtual Agent </a:t>
            </a:r>
            <a:r>
              <a:rPr sz="1600" dirty="0">
                <a:latin typeface="+mj-lt"/>
                <a:ea typeface="+mj-ea"/>
                <a:cs typeface="+mj-cs"/>
                <a:sym typeface="Matter SQ Regular"/>
              </a:rPr>
              <a:t>|</a:t>
            </a:r>
            <a:r>
              <a:rPr sz="1600" dirty="0"/>
              <a:t> </a:t>
            </a:r>
            <a:r>
              <a:rPr sz="1600" i="1" dirty="0">
                <a:solidFill>
                  <a:srgbClr val="D9EE50"/>
                </a:solidFill>
                <a:latin typeface="Matter SQ" pitchFamily="2" charset="77"/>
                <a:ea typeface="+mj-ea"/>
                <a:cs typeface="Matter SQ" pitchFamily="2" charset="77"/>
                <a:sym typeface="Matter SQ Regular"/>
              </a:rPr>
              <a:t>Hands On Session</a:t>
            </a:r>
          </a:p>
          <a:p>
            <a:pPr marL="952500" marR="127000" defTabSz="412750">
              <a:defRPr sz="3200">
                <a:solidFill>
                  <a:srgbClr val="FFFFFF"/>
                </a:solidFill>
                <a:latin typeface="+mj-lt"/>
                <a:ea typeface="+mj-ea"/>
                <a:cs typeface="+mj-cs"/>
                <a:sym typeface="Matter SQ Regular"/>
              </a:defRPr>
            </a:pPr>
            <a:r>
              <a:rPr sz="1600" dirty="0">
                <a:latin typeface="Matter SQ" pitchFamily="2" charset="77"/>
                <a:cs typeface="Matter SQ" pitchFamily="2" charset="77"/>
              </a:rPr>
              <a:t>Explore your own virtual agent as we complete the build, and learn how to use our agentic analysis tools on your own data</a:t>
            </a:r>
          </a:p>
        </p:txBody>
      </p:sp>
      <p:sp>
        <p:nvSpPr>
          <p:cNvPr id="434" name="1">
            <a:extLst>
              <a:ext uri="{FF2B5EF4-FFF2-40B4-BE49-F238E27FC236}">
                <a16:creationId xmlns:a16="http://schemas.microsoft.com/office/drawing/2014/main" id="{46AB30EE-D563-EF77-EB27-B90F5871215A}"/>
              </a:ext>
            </a:extLst>
          </p:cNvPr>
          <p:cNvSpPr txBox="1"/>
          <p:nvPr/>
        </p:nvSpPr>
        <p:spPr>
          <a:xfrm>
            <a:off x="937895" y="2448000"/>
            <a:ext cx="253274" cy="666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8000">
                <a:solidFill>
                  <a:srgbClr val="D9EE50"/>
                </a:solidFill>
                <a:latin typeface="Matter SQ Bold"/>
                <a:ea typeface="Matter SQ Bold"/>
                <a:cs typeface="Matter SQ Bold"/>
                <a:sym typeface="Matter SQ Bold"/>
              </a:defRPr>
            </a:lvl1pPr>
          </a:lstStyle>
          <a:p>
            <a:r>
              <a:rPr sz="4000" dirty="0"/>
              <a:t>1</a:t>
            </a:r>
          </a:p>
        </p:txBody>
      </p:sp>
      <p:sp>
        <p:nvSpPr>
          <p:cNvPr id="435" name="2">
            <a:extLst>
              <a:ext uri="{FF2B5EF4-FFF2-40B4-BE49-F238E27FC236}">
                <a16:creationId xmlns:a16="http://schemas.microsoft.com/office/drawing/2014/main" id="{70200ED7-400F-C5D2-9B43-A2C609BC8431}"/>
              </a:ext>
            </a:extLst>
          </p:cNvPr>
          <p:cNvSpPr txBox="1"/>
          <p:nvPr/>
        </p:nvSpPr>
        <p:spPr>
          <a:xfrm>
            <a:off x="890651" y="3573043"/>
            <a:ext cx="349455" cy="666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8000">
                <a:solidFill>
                  <a:srgbClr val="D9EE50"/>
                </a:solidFill>
                <a:latin typeface="Matter SQ Bold"/>
                <a:ea typeface="Matter SQ Bold"/>
                <a:cs typeface="Matter SQ Bold"/>
                <a:sym typeface="Matter SQ Bold"/>
              </a:defRPr>
            </a:lvl1pPr>
          </a:lstStyle>
          <a:p>
            <a:r>
              <a:rPr sz="4000"/>
              <a:t>2</a:t>
            </a:r>
          </a:p>
        </p:txBody>
      </p:sp>
      <p:sp>
        <p:nvSpPr>
          <p:cNvPr id="436" name="3">
            <a:extLst>
              <a:ext uri="{FF2B5EF4-FFF2-40B4-BE49-F238E27FC236}">
                <a16:creationId xmlns:a16="http://schemas.microsoft.com/office/drawing/2014/main" id="{A2FF9B2F-F262-DB94-EF32-3389523AF47D}"/>
              </a:ext>
            </a:extLst>
          </p:cNvPr>
          <p:cNvSpPr txBox="1"/>
          <p:nvPr/>
        </p:nvSpPr>
        <p:spPr>
          <a:xfrm>
            <a:off x="886587" y="4698086"/>
            <a:ext cx="357470" cy="666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8000">
                <a:solidFill>
                  <a:srgbClr val="D9EE50"/>
                </a:solidFill>
                <a:latin typeface="Matter SQ Bold"/>
                <a:ea typeface="Matter SQ Bold"/>
                <a:cs typeface="Matter SQ Bold"/>
                <a:sym typeface="Matter SQ Bold"/>
              </a:defRPr>
            </a:lvl1pPr>
          </a:lstStyle>
          <a:p>
            <a:r>
              <a:rPr sz="4000"/>
              <a:t>3</a:t>
            </a:r>
          </a:p>
        </p:txBody>
      </p:sp>
    </p:spTree>
    <p:extLst>
      <p:ext uri="{BB962C8B-B14F-4D97-AF65-F5344CB8AC3E}">
        <p14:creationId xmlns:p14="http://schemas.microsoft.com/office/powerpoint/2010/main" val="156966170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grpId="0" nodeType="clickEffect">
                                  <p:stCondLst>
                                    <p:cond delay="0"/>
                                  </p:stCondLst>
                                  <p:childTnLst>
                                    <p:set>
                                      <p:cBhvr>
                                        <p:cTn id="6" dur="indefinite"/>
                                        <p:tgtEl>
                                          <p:spTgt spid="431"/>
                                        </p:tgtEl>
                                        <p:attrNameLst>
                                          <p:attrName>style.opacity</p:attrName>
                                        </p:attrNameLst>
                                      </p:cBhvr>
                                      <p:to>
                                        <p:strVal val="0.5"/>
                                      </p:to>
                                    </p:set>
                                    <p:animEffect filter="image" prLst="opacity: 0.5">
                                      <p:cBhvr rctx="IE">
                                        <p:cTn id="7" dur="indefinite"/>
                                        <p:tgtEl>
                                          <p:spTgt spid="431"/>
                                        </p:tgtEl>
                                      </p:cBhvr>
                                    </p:animEffect>
                                  </p:childTnLst>
                                </p:cTn>
                              </p:par>
                              <p:par>
                                <p:cTn id="8" presetID="9" presetClass="emph" presetSubtype="0" grpId="0" nodeType="withEffect">
                                  <p:stCondLst>
                                    <p:cond delay="0"/>
                                  </p:stCondLst>
                                  <p:childTnLst>
                                    <p:set>
                                      <p:cBhvr>
                                        <p:cTn id="9" dur="indefinite"/>
                                        <p:tgtEl>
                                          <p:spTgt spid="433"/>
                                        </p:tgtEl>
                                        <p:attrNameLst>
                                          <p:attrName>style.opacity</p:attrName>
                                        </p:attrNameLst>
                                      </p:cBhvr>
                                      <p:to>
                                        <p:strVal val="0.5"/>
                                      </p:to>
                                    </p:set>
                                    <p:animEffect filter="image" prLst="opacity: 0.5">
                                      <p:cBhvr rctx="IE">
                                        <p:cTn id="10" dur="indefinite"/>
                                        <p:tgtEl>
                                          <p:spTgt spid="433"/>
                                        </p:tgtEl>
                                      </p:cBhvr>
                                    </p:animEffect>
                                  </p:childTnLst>
                                </p:cTn>
                              </p:par>
                              <p:par>
                                <p:cTn id="11" presetID="9" presetClass="emph" presetSubtype="0" grpId="0" nodeType="withEffect">
                                  <p:stCondLst>
                                    <p:cond delay="0"/>
                                  </p:stCondLst>
                                  <p:childTnLst>
                                    <p:set>
                                      <p:cBhvr>
                                        <p:cTn id="12" dur="indefinite"/>
                                        <p:tgtEl>
                                          <p:spTgt spid="434"/>
                                        </p:tgtEl>
                                        <p:attrNameLst>
                                          <p:attrName>style.opacity</p:attrName>
                                        </p:attrNameLst>
                                      </p:cBhvr>
                                      <p:to>
                                        <p:strVal val="0.5"/>
                                      </p:to>
                                    </p:set>
                                    <p:animEffect filter="image" prLst="opacity: 0.5">
                                      <p:cBhvr rctx="IE">
                                        <p:cTn id="13" dur="indefinite"/>
                                        <p:tgtEl>
                                          <p:spTgt spid="434"/>
                                        </p:tgtEl>
                                      </p:cBhvr>
                                    </p:animEffect>
                                  </p:childTnLst>
                                </p:cTn>
                              </p:par>
                              <p:par>
                                <p:cTn id="14" presetID="9" presetClass="emph" presetSubtype="0" grpId="0" nodeType="withEffect">
                                  <p:stCondLst>
                                    <p:cond delay="0"/>
                                  </p:stCondLst>
                                  <p:childTnLst>
                                    <p:set>
                                      <p:cBhvr>
                                        <p:cTn id="15" dur="indefinite"/>
                                        <p:tgtEl>
                                          <p:spTgt spid="436"/>
                                        </p:tgtEl>
                                        <p:attrNameLst>
                                          <p:attrName>style.opacity</p:attrName>
                                        </p:attrNameLst>
                                      </p:cBhvr>
                                      <p:to>
                                        <p:strVal val="0.5"/>
                                      </p:to>
                                    </p:set>
                                    <p:animEffect filter="image" prLst="opacity: 0.5">
                                      <p:cBhvr rctx="IE">
                                        <p:cTn id="16" dur="indefinite"/>
                                        <p:tgtEl>
                                          <p:spTgt spid="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1" grpId="0" animBg="1"/>
      <p:bldP spid="433" grpId="0" animBg="1"/>
      <p:bldP spid="434" grpId="0" animBg="1"/>
      <p:bldP spid="43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1_Title Slides">
  <a:themeElements>
    <a:clrScheme name="PolyAI - new branding">
      <a:dk1>
        <a:srgbClr val="231F20"/>
      </a:dk1>
      <a:lt1>
        <a:srgbClr val="FFFFFF"/>
      </a:lt1>
      <a:dk2>
        <a:srgbClr val="D9EE50"/>
      </a:dk2>
      <a:lt2>
        <a:srgbClr val="F1F1F1"/>
      </a:lt2>
      <a:accent1>
        <a:srgbClr val="606060"/>
      </a:accent1>
      <a:accent2>
        <a:srgbClr val="C3AFFE"/>
      </a:accent2>
      <a:accent3>
        <a:srgbClr val="6FE1EE"/>
      </a:accent3>
      <a:accent4>
        <a:srgbClr val="FF9292"/>
      </a:accent4>
      <a:accent5>
        <a:srgbClr val="F7FDD0"/>
      </a:accent5>
      <a:accent6>
        <a:srgbClr val="838383"/>
      </a:accent6>
      <a:hlink>
        <a:srgbClr val="D9EE50"/>
      </a:hlink>
      <a:folHlink>
        <a:srgbClr val="EAF892"/>
      </a:folHlink>
    </a:clrScheme>
    <a:fontScheme name="Title Slides">
      <a:majorFont>
        <a:latin typeface="Calibri"/>
        <a:ea typeface="Calibri"/>
        <a:cs typeface="Calibri"/>
      </a:majorFont>
      <a:minorFont>
        <a:latin typeface="Helvetica"/>
        <a:ea typeface="Helvetica"/>
        <a:cs typeface="Helvetica"/>
      </a:minorFont>
    </a:fontScheme>
    <a:fmtScheme name="Title Slid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hueOff val="3982908"/>
            <a:satOff val="-8235"/>
            <a:lumOff val="-36629"/>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just" defTabSz="1828800" rtl="0" fontAlgn="auto" latinLnBrk="0" hangingPunct="0">
          <a:lnSpc>
            <a:spcPct val="90000"/>
          </a:lnSpc>
          <a:spcBef>
            <a:spcPts val="1600"/>
          </a:spcBef>
          <a:spcAft>
            <a:spcPts val="0"/>
          </a:spcAft>
          <a:buClrTx/>
          <a:buSzTx/>
          <a:buFontTx/>
          <a:buNone/>
          <a:tabLst/>
          <a:defRPr kumimoji="0" sz="2400" b="0" i="0" u="none" strike="noStrike" cap="none" spc="0" normalizeH="0" baseline="0">
            <a:ln>
              <a:noFill/>
            </a:ln>
            <a:solidFill>
              <a:schemeClr val="accent5"/>
            </a:solidFill>
            <a:effectLst/>
            <a:uFillTx/>
            <a:latin typeface="Poppins Light"/>
            <a:ea typeface="Poppins Light"/>
            <a:cs typeface="Poppins Light"/>
            <a:sym typeface="Poppi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37BFF"/>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ctr" defTabSz="1828800" rtl="0" fontAlgn="auto" latinLnBrk="0" hangingPunct="0">
          <a:lnSpc>
            <a:spcPct val="80000"/>
          </a:lnSpc>
          <a:spcBef>
            <a:spcPts val="0"/>
          </a:spcBef>
          <a:spcAft>
            <a:spcPts val="0"/>
          </a:spcAft>
          <a:buClrTx/>
          <a:buSzTx/>
          <a:buFontTx/>
          <a:buNone/>
          <a:tabLst/>
          <a:defRPr kumimoji="0" sz="3500" b="0" i="0" u="none" strike="noStrike" cap="none" spc="0" normalizeH="0" baseline="0">
            <a:ln>
              <a:noFill/>
            </a:ln>
            <a:solidFill>
              <a:schemeClr val="accent6">
                <a:satOff val="1682"/>
                <a:lumOff val="8434"/>
              </a:schemeClr>
            </a:solidFill>
            <a:effectLst/>
            <a:uFillTx/>
            <a:latin typeface="Visuelt Pro Medium"/>
            <a:ea typeface="Visuelt Pro Medium"/>
            <a:cs typeface="Visuelt Pro Medium"/>
            <a:sym typeface="Visuelt Pro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olyAI Powerpoint template v3.0" id="{6DC366A2-9F03-F949-8A5F-04E5DDEC0E67}" vid="{27918507-D485-754C-9C39-ABC08A8AD10F}"/>
    </a:ext>
  </a:extLst>
</a:theme>
</file>

<file path=ppt/theme/theme2.xml><?xml version="1.0" encoding="utf-8"?>
<a:theme xmlns:a="http://schemas.openxmlformats.org/drawingml/2006/main" name="Title Slides">
  <a:themeElements>
    <a:clrScheme name="PolyAI - new branding">
      <a:dk1>
        <a:srgbClr val="231F20"/>
      </a:dk1>
      <a:lt1>
        <a:srgbClr val="FFFFFF"/>
      </a:lt1>
      <a:dk2>
        <a:srgbClr val="D9EE50"/>
      </a:dk2>
      <a:lt2>
        <a:srgbClr val="F1F1F1"/>
      </a:lt2>
      <a:accent1>
        <a:srgbClr val="606060"/>
      </a:accent1>
      <a:accent2>
        <a:srgbClr val="C3AFFE"/>
      </a:accent2>
      <a:accent3>
        <a:srgbClr val="6FE1EE"/>
      </a:accent3>
      <a:accent4>
        <a:srgbClr val="FF9292"/>
      </a:accent4>
      <a:accent5>
        <a:srgbClr val="F7FDD0"/>
      </a:accent5>
      <a:accent6>
        <a:srgbClr val="838383"/>
      </a:accent6>
      <a:hlink>
        <a:srgbClr val="D9EE50"/>
      </a:hlink>
      <a:folHlink>
        <a:srgbClr val="EAF892"/>
      </a:folHlink>
    </a:clrScheme>
    <a:fontScheme name="Title Slides">
      <a:majorFont>
        <a:latin typeface="Calibri"/>
        <a:ea typeface="Calibri"/>
        <a:cs typeface="Calibri"/>
      </a:majorFont>
      <a:minorFont>
        <a:latin typeface="Helvetica"/>
        <a:ea typeface="Helvetica"/>
        <a:cs typeface="Helvetica"/>
      </a:minorFont>
    </a:fontScheme>
    <a:fmtScheme name="Title Slid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hueOff val="3982908"/>
            <a:satOff val="-8235"/>
            <a:lumOff val="-36629"/>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just" defTabSz="1828800" rtl="0" fontAlgn="auto" latinLnBrk="0" hangingPunct="0">
          <a:lnSpc>
            <a:spcPct val="90000"/>
          </a:lnSpc>
          <a:spcBef>
            <a:spcPts val="1600"/>
          </a:spcBef>
          <a:spcAft>
            <a:spcPts val="0"/>
          </a:spcAft>
          <a:buClrTx/>
          <a:buSzTx/>
          <a:buFontTx/>
          <a:buNone/>
          <a:tabLst/>
          <a:defRPr kumimoji="0" sz="2400" b="0" i="0" u="none" strike="noStrike" cap="none" spc="0" normalizeH="0" baseline="0">
            <a:ln>
              <a:noFill/>
            </a:ln>
            <a:solidFill>
              <a:schemeClr val="accent5"/>
            </a:solidFill>
            <a:effectLst/>
            <a:uFillTx/>
            <a:latin typeface="Poppins Light"/>
            <a:ea typeface="Poppins Light"/>
            <a:cs typeface="Poppins Light"/>
            <a:sym typeface="Poppi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37BFF"/>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ctr" defTabSz="1828800" rtl="0" fontAlgn="auto" latinLnBrk="0" hangingPunct="0">
          <a:lnSpc>
            <a:spcPct val="80000"/>
          </a:lnSpc>
          <a:spcBef>
            <a:spcPts val="0"/>
          </a:spcBef>
          <a:spcAft>
            <a:spcPts val="0"/>
          </a:spcAft>
          <a:buClrTx/>
          <a:buSzTx/>
          <a:buFontTx/>
          <a:buNone/>
          <a:tabLst/>
          <a:defRPr kumimoji="0" sz="3500" b="0" i="0" u="none" strike="noStrike" cap="none" spc="0" normalizeH="0" baseline="0">
            <a:ln>
              <a:noFill/>
            </a:ln>
            <a:solidFill>
              <a:schemeClr val="accent6">
                <a:satOff val="1682"/>
                <a:lumOff val="8434"/>
              </a:schemeClr>
            </a:solidFill>
            <a:effectLst/>
            <a:uFillTx/>
            <a:latin typeface="Visuelt Pro Medium"/>
            <a:ea typeface="Visuelt Pro Medium"/>
            <a:cs typeface="Visuelt Pro Medium"/>
            <a:sym typeface="Visuelt Pro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2_Title Slides">
  <a:themeElements>
    <a:clrScheme name="PolyAI - new branding">
      <a:dk1>
        <a:srgbClr val="231F20"/>
      </a:dk1>
      <a:lt1>
        <a:srgbClr val="FFFFFF"/>
      </a:lt1>
      <a:dk2>
        <a:srgbClr val="D9EE50"/>
      </a:dk2>
      <a:lt2>
        <a:srgbClr val="F1F1F1"/>
      </a:lt2>
      <a:accent1>
        <a:srgbClr val="606060"/>
      </a:accent1>
      <a:accent2>
        <a:srgbClr val="C3AFFE"/>
      </a:accent2>
      <a:accent3>
        <a:srgbClr val="6FE1EE"/>
      </a:accent3>
      <a:accent4>
        <a:srgbClr val="FF9292"/>
      </a:accent4>
      <a:accent5>
        <a:srgbClr val="F7FDD0"/>
      </a:accent5>
      <a:accent6>
        <a:srgbClr val="838383"/>
      </a:accent6>
      <a:hlink>
        <a:srgbClr val="D9EE50"/>
      </a:hlink>
      <a:folHlink>
        <a:srgbClr val="EAF892"/>
      </a:folHlink>
    </a:clrScheme>
    <a:fontScheme name="Title Slides">
      <a:majorFont>
        <a:latin typeface="Calibri"/>
        <a:ea typeface="Calibri"/>
        <a:cs typeface="Calibri"/>
      </a:majorFont>
      <a:minorFont>
        <a:latin typeface="Helvetica"/>
        <a:ea typeface="Helvetica"/>
        <a:cs typeface="Helvetica"/>
      </a:minorFont>
    </a:fontScheme>
    <a:fmtScheme name="Title Slid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hueOff val="3982908"/>
            <a:satOff val="-8235"/>
            <a:lumOff val="-36629"/>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just" defTabSz="1828800" rtl="0" fontAlgn="auto" latinLnBrk="0" hangingPunct="0">
          <a:lnSpc>
            <a:spcPct val="90000"/>
          </a:lnSpc>
          <a:spcBef>
            <a:spcPts val="1600"/>
          </a:spcBef>
          <a:spcAft>
            <a:spcPts val="0"/>
          </a:spcAft>
          <a:buClrTx/>
          <a:buSzTx/>
          <a:buFontTx/>
          <a:buNone/>
          <a:tabLst/>
          <a:defRPr kumimoji="0" sz="2400" b="0" i="0" u="none" strike="noStrike" cap="none" spc="0" normalizeH="0" baseline="0">
            <a:ln>
              <a:noFill/>
            </a:ln>
            <a:solidFill>
              <a:schemeClr val="accent5"/>
            </a:solidFill>
            <a:effectLst/>
            <a:uFillTx/>
            <a:latin typeface="Poppins Light"/>
            <a:ea typeface="Poppins Light"/>
            <a:cs typeface="Poppins Light"/>
            <a:sym typeface="Poppi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37BFF"/>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ctr" defTabSz="1828800" rtl="0" fontAlgn="auto" latinLnBrk="0" hangingPunct="0">
          <a:lnSpc>
            <a:spcPct val="80000"/>
          </a:lnSpc>
          <a:spcBef>
            <a:spcPts val="0"/>
          </a:spcBef>
          <a:spcAft>
            <a:spcPts val="0"/>
          </a:spcAft>
          <a:buClrTx/>
          <a:buSzTx/>
          <a:buFontTx/>
          <a:buNone/>
          <a:tabLst/>
          <a:defRPr kumimoji="0" sz="3500" b="0" i="0" u="none" strike="noStrike" cap="none" spc="0" normalizeH="0" baseline="0">
            <a:ln>
              <a:noFill/>
            </a:ln>
            <a:solidFill>
              <a:schemeClr val="accent6">
                <a:satOff val="1682"/>
                <a:lumOff val="8434"/>
              </a:schemeClr>
            </a:solidFill>
            <a:effectLst/>
            <a:uFillTx/>
            <a:latin typeface="Visuelt Pro Medium"/>
            <a:ea typeface="Visuelt Pro Medium"/>
            <a:cs typeface="Visuelt Pro Medium"/>
            <a:sym typeface="Visuelt Pro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3_Title Slides">
  <a:themeElements>
    <a:clrScheme name="PolyAI - new branding">
      <a:dk1>
        <a:srgbClr val="231F20"/>
      </a:dk1>
      <a:lt1>
        <a:srgbClr val="FFFFFF"/>
      </a:lt1>
      <a:dk2>
        <a:srgbClr val="D9EE50"/>
      </a:dk2>
      <a:lt2>
        <a:srgbClr val="F1F1F1"/>
      </a:lt2>
      <a:accent1>
        <a:srgbClr val="606060"/>
      </a:accent1>
      <a:accent2>
        <a:srgbClr val="C3AFFE"/>
      </a:accent2>
      <a:accent3>
        <a:srgbClr val="6FE1EE"/>
      </a:accent3>
      <a:accent4>
        <a:srgbClr val="FF9292"/>
      </a:accent4>
      <a:accent5>
        <a:srgbClr val="F7FDD0"/>
      </a:accent5>
      <a:accent6>
        <a:srgbClr val="838383"/>
      </a:accent6>
      <a:hlink>
        <a:srgbClr val="D9EE50"/>
      </a:hlink>
      <a:folHlink>
        <a:srgbClr val="EAF892"/>
      </a:folHlink>
    </a:clrScheme>
    <a:fontScheme name="Title Slides">
      <a:majorFont>
        <a:latin typeface="Calibri"/>
        <a:ea typeface="Calibri"/>
        <a:cs typeface="Calibri"/>
      </a:majorFont>
      <a:minorFont>
        <a:latin typeface="Helvetica"/>
        <a:ea typeface="Helvetica"/>
        <a:cs typeface="Helvetica"/>
      </a:minorFont>
    </a:fontScheme>
    <a:fmtScheme name="Title Slid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hueOff val="3982908"/>
            <a:satOff val="-8235"/>
            <a:lumOff val="-36629"/>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just" defTabSz="1828800" rtl="0" fontAlgn="auto" latinLnBrk="0" hangingPunct="0">
          <a:lnSpc>
            <a:spcPct val="90000"/>
          </a:lnSpc>
          <a:spcBef>
            <a:spcPts val="1600"/>
          </a:spcBef>
          <a:spcAft>
            <a:spcPts val="0"/>
          </a:spcAft>
          <a:buClrTx/>
          <a:buSzTx/>
          <a:buFontTx/>
          <a:buNone/>
          <a:tabLst/>
          <a:defRPr kumimoji="0" sz="2400" b="0" i="0" u="none" strike="noStrike" cap="none" spc="0" normalizeH="0" baseline="0">
            <a:ln>
              <a:noFill/>
            </a:ln>
            <a:solidFill>
              <a:schemeClr val="accent5"/>
            </a:solidFill>
            <a:effectLst/>
            <a:uFillTx/>
            <a:latin typeface="Poppins Light"/>
            <a:ea typeface="Poppins Light"/>
            <a:cs typeface="Poppins Light"/>
            <a:sym typeface="Poppi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37BFF"/>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ctr" defTabSz="1828800" rtl="0" fontAlgn="auto" latinLnBrk="0" hangingPunct="0">
          <a:lnSpc>
            <a:spcPct val="80000"/>
          </a:lnSpc>
          <a:spcBef>
            <a:spcPts val="0"/>
          </a:spcBef>
          <a:spcAft>
            <a:spcPts val="0"/>
          </a:spcAft>
          <a:buClrTx/>
          <a:buSzTx/>
          <a:buFontTx/>
          <a:buNone/>
          <a:tabLst/>
          <a:defRPr kumimoji="0" sz="3500" b="0" i="0" u="none" strike="noStrike" cap="none" spc="0" normalizeH="0" baseline="0">
            <a:ln>
              <a:noFill/>
            </a:ln>
            <a:solidFill>
              <a:schemeClr val="accent6">
                <a:satOff val="1682"/>
                <a:lumOff val="8434"/>
              </a:schemeClr>
            </a:solidFill>
            <a:effectLst/>
            <a:uFillTx/>
            <a:latin typeface="Visuelt Pro Medium"/>
            <a:ea typeface="Visuelt Pro Medium"/>
            <a:cs typeface="Visuelt Pro Medium"/>
            <a:sym typeface="Visuelt Pro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5.xml><?xml version="1.0" encoding="utf-8"?>
<a:theme xmlns:a="http://schemas.openxmlformats.org/drawingml/2006/main" name="4_Title Slides">
  <a:themeElements>
    <a:clrScheme name="PolyAI - new branding">
      <a:dk1>
        <a:srgbClr val="231F20"/>
      </a:dk1>
      <a:lt1>
        <a:srgbClr val="FFFFFF"/>
      </a:lt1>
      <a:dk2>
        <a:srgbClr val="D9EE50"/>
      </a:dk2>
      <a:lt2>
        <a:srgbClr val="F1F1F1"/>
      </a:lt2>
      <a:accent1>
        <a:srgbClr val="606060"/>
      </a:accent1>
      <a:accent2>
        <a:srgbClr val="C3AFFE"/>
      </a:accent2>
      <a:accent3>
        <a:srgbClr val="6FE1EE"/>
      </a:accent3>
      <a:accent4>
        <a:srgbClr val="FF9292"/>
      </a:accent4>
      <a:accent5>
        <a:srgbClr val="F7FDD0"/>
      </a:accent5>
      <a:accent6>
        <a:srgbClr val="838383"/>
      </a:accent6>
      <a:hlink>
        <a:srgbClr val="D9EE50"/>
      </a:hlink>
      <a:folHlink>
        <a:srgbClr val="EAF892"/>
      </a:folHlink>
    </a:clrScheme>
    <a:fontScheme name="Title Slides">
      <a:majorFont>
        <a:latin typeface="Calibri"/>
        <a:ea typeface="Calibri"/>
        <a:cs typeface="Calibri"/>
      </a:majorFont>
      <a:minorFont>
        <a:latin typeface="Helvetica"/>
        <a:ea typeface="Helvetica"/>
        <a:cs typeface="Helvetica"/>
      </a:minorFont>
    </a:fontScheme>
    <a:fmtScheme name="Title Slid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hueOff val="3982908"/>
            <a:satOff val="-8235"/>
            <a:lumOff val="-36629"/>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just" defTabSz="1828800" rtl="0" fontAlgn="auto" latinLnBrk="0" hangingPunct="0">
          <a:lnSpc>
            <a:spcPct val="90000"/>
          </a:lnSpc>
          <a:spcBef>
            <a:spcPts val="1600"/>
          </a:spcBef>
          <a:spcAft>
            <a:spcPts val="0"/>
          </a:spcAft>
          <a:buClrTx/>
          <a:buSzTx/>
          <a:buFontTx/>
          <a:buNone/>
          <a:tabLst/>
          <a:defRPr kumimoji="0" sz="2400" b="0" i="0" u="none" strike="noStrike" cap="none" spc="0" normalizeH="0" baseline="0">
            <a:ln>
              <a:noFill/>
            </a:ln>
            <a:solidFill>
              <a:schemeClr val="accent5"/>
            </a:solidFill>
            <a:effectLst/>
            <a:uFillTx/>
            <a:latin typeface="Poppins Light"/>
            <a:ea typeface="Poppins Light"/>
            <a:cs typeface="Poppins Light"/>
            <a:sym typeface="Poppi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37BFF"/>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ctr" defTabSz="1828800" rtl="0" fontAlgn="auto" latinLnBrk="0" hangingPunct="0">
          <a:lnSpc>
            <a:spcPct val="80000"/>
          </a:lnSpc>
          <a:spcBef>
            <a:spcPts val="0"/>
          </a:spcBef>
          <a:spcAft>
            <a:spcPts val="0"/>
          </a:spcAft>
          <a:buClrTx/>
          <a:buSzTx/>
          <a:buFontTx/>
          <a:buNone/>
          <a:tabLst/>
          <a:defRPr kumimoji="0" sz="3500" b="0" i="0" u="none" strike="noStrike" cap="none" spc="0" normalizeH="0" baseline="0">
            <a:ln>
              <a:noFill/>
            </a:ln>
            <a:solidFill>
              <a:schemeClr val="accent6">
                <a:satOff val="1682"/>
                <a:lumOff val="8434"/>
              </a:schemeClr>
            </a:solidFill>
            <a:effectLst/>
            <a:uFillTx/>
            <a:latin typeface="Visuelt Pro Medium"/>
            <a:ea typeface="Visuelt Pro Medium"/>
            <a:cs typeface="Visuelt Pro Medium"/>
            <a:sym typeface="Visuelt Pro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6.xml><?xml version="1.0" encoding="utf-8"?>
<a:theme xmlns:a="http://schemas.openxmlformats.org/drawingml/2006/main" name="5_Title Slides">
  <a:themeElements>
    <a:clrScheme name="PolyAI - new branding">
      <a:dk1>
        <a:srgbClr val="231F20"/>
      </a:dk1>
      <a:lt1>
        <a:srgbClr val="FFFFFF"/>
      </a:lt1>
      <a:dk2>
        <a:srgbClr val="D9EE50"/>
      </a:dk2>
      <a:lt2>
        <a:srgbClr val="F1F1F1"/>
      </a:lt2>
      <a:accent1>
        <a:srgbClr val="606060"/>
      </a:accent1>
      <a:accent2>
        <a:srgbClr val="C3AFFE"/>
      </a:accent2>
      <a:accent3>
        <a:srgbClr val="6FE1EE"/>
      </a:accent3>
      <a:accent4>
        <a:srgbClr val="FF9292"/>
      </a:accent4>
      <a:accent5>
        <a:srgbClr val="F7FDD0"/>
      </a:accent5>
      <a:accent6>
        <a:srgbClr val="838383"/>
      </a:accent6>
      <a:hlink>
        <a:srgbClr val="D9EE50"/>
      </a:hlink>
      <a:folHlink>
        <a:srgbClr val="EAF892"/>
      </a:folHlink>
    </a:clrScheme>
    <a:fontScheme name="Title Slides">
      <a:majorFont>
        <a:latin typeface="Calibri"/>
        <a:ea typeface="Calibri"/>
        <a:cs typeface="Calibri"/>
      </a:majorFont>
      <a:minorFont>
        <a:latin typeface="Helvetica"/>
        <a:ea typeface="Helvetica"/>
        <a:cs typeface="Helvetica"/>
      </a:minorFont>
    </a:fontScheme>
    <a:fmtScheme name="Title Slid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hueOff val="3982908"/>
            <a:satOff val="-8235"/>
            <a:lumOff val="-36629"/>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just" defTabSz="1828800" rtl="0" fontAlgn="auto" latinLnBrk="0" hangingPunct="0">
          <a:lnSpc>
            <a:spcPct val="90000"/>
          </a:lnSpc>
          <a:spcBef>
            <a:spcPts val="1600"/>
          </a:spcBef>
          <a:spcAft>
            <a:spcPts val="0"/>
          </a:spcAft>
          <a:buClrTx/>
          <a:buSzTx/>
          <a:buFontTx/>
          <a:buNone/>
          <a:tabLst/>
          <a:defRPr kumimoji="0" sz="2400" b="0" i="0" u="none" strike="noStrike" cap="none" spc="0" normalizeH="0" baseline="0">
            <a:ln>
              <a:noFill/>
            </a:ln>
            <a:solidFill>
              <a:schemeClr val="accent5"/>
            </a:solidFill>
            <a:effectLst/>
            <a:uFillTx/>
            <a:latin typeface="Poppins Light"/>
            <a:ea typeface="Poppins Light"/>
            <a:cs typeface="Poppins Light"/>
            <a:sym typeface="Poppi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637BFF"/>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ctr" defTabSz="1828800" rtl="0" fontAlgn="auto" latinLnBrk="0" hangingPunct="0">
          <a:lnSpc>
            <a:spcPct val="80000"/>
          </a:lnSpc>
          <a:spcBef>
            <a:spcPts val="0"/>
          </a:spcBef>
          <a:spcAft>
            <a:spcPts val="0"/>
          </a:spcAft>
          <a:buClrTx/>
          <a:buSzTx/>
          <a:buFontTx/>
          <a:buNone/>
          <a:tabLst/>
          <a:defRPr kumimoji="0" sz="3500" b="0" i="0" u="none" strike="noStrike" cap="none" spc="0" normalizeH="0" baseline="0">
            <a:ln>
              <a:noFill/>
            </a:ln>
            <a:solidFill>
              <a:schemeClr val="accent6">
                <a:satOff val="1682"/>
                <a:lumOff val="8434"/>
              </a:schemeClr>
            </a:solidFill>
            <a:effectLst/>
            <a:uFillTx/>
            <a:latin typeface="Visuelt Pro Medium"/>
            <a:ea typeface="Visuelt Pro Medium"/>
            <a:cs typeface="Visuelt Pro Medium"/>
            <a:sym typeface="Visuelt Pro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Master Deck v7</Template>
  <TotalTime>1575</TotalTime>
  <Words>1285</Words>
  <Application>Microsoft Macintosh PowerPoint</Application>
  <PresentationFormat>Widescreen</PresentationFormat>
  <Paragraphs>137</Paragraphs>
  <Slides>12</Slides>
  <Notes>3</Notes>
  <HiddenSlides>0</HiddenSlides>
  <MMClips>0</MMClips>
  <ScaleCrop>false</ScaleCrop>
  <HeadingPairs>
    <vt:vector size="6" baseType="variant">
      <vt:variant>
        <vt:lpstr>Fonts Used</vt:lpstr>
      </vt:variant>
      <vt:variant>
        <vt:i4>13</vt:i4>
      </vt:variant>
      <vt:variant>
        <vt:lpstr>Theme</vt:lpstr>
      </vt:variant>
      <vt:variant>
        <vt:i4>6</vt:i4>
      </vt:variant>
      <vt:variant>
        <vt:lpstr>Slide Titles</vt:lpstr>
      </vt:variant>
      <vt:variant>
        <vt:i4>12</vt:i4>
      </vt:variant>
    </vt:vector>
  </HeadingPairs>
  <TitlesOfParts>
    <vt:vector size="31" baseType="lpstr">
      <vt:lpstr>Aptos</vt:lpstr>
      <vt:lpstr>Arial</vt:lpstr>
      <vt:lpstr>Basis Grotesque Mono Pro</vt:lpstr>
      <vt:lpstr>Basis Grotesque Mono Pro Medium</vt:lpstr>
      <vt:lpstr>Helvetica</vt:lpstr>
      <vt:lpstr>Inter</vt:lpstr>
      <vt:lpstr>Matter SQ</vt:lpstr>
      <vt:lpstr>Matter SQ Medium</vt:lpstr>
      <vt:lpstr>Poppins</vt:lpstr>
      <vt:lpstr>Poppins ExtraBold</vt:lpstr>
      <vt:lpstr>Poppins Light</vt:lpstr>
      <vt:lpstr>Poppins SemiBold</vt:lpstr>
      <vt:lpstr>Visuelt Pro Bold</vt:lpstr>
      <vt:lpstr>1_Title Slides</vt:lpstr>
      <vt:lpstr>Title Slides</vt:lpstr>
      <vt:lpstr>2_Title Slides</vt:lpstr>
      <vt:lpstr>3_Title Slides</vt:lpstr>
      <vt:lpstr>4_Title Slides</vt:lpstr>
      <vt:lpstr>5_Title Slides</vt:lpstr>
      <vt:lpstr>Agent Studio</vt:lpstr>
      <vt:lpstr>Training Overview</vt:lpstr>
      <vt:lpstr>Training Overview</vt:lpstr>
      <vt:lpstr>PowerPoint Presentation</vt:lpstr>
      <vt:lpstr>PowerPoint Presentation</vt:lpstr>
      <vt:lpstr>PowerPoint Presentation</vt:lpstr>
      <vt:lpstr>PowerPoint Presentation</vt:lpstr>
      <vt:lpstr>PowerPoint Presentation</vt:lpstr>
      <vt:lpstr>Agent Studio Tour</vt:lpstr>
      <vt:lpstr>PowerPoint Presentation</vt:lpstr>
      <vt:lpstr>Next Time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Nathan Liu</dc:creator>
  <cp:lastModifiedBy>Nathan Liu</cp:lastModifiedBy>
  <cp:revision>4</cp:revision>
  <dcterms:created xsi:type="dcterms:W3CDTF">2025-11-24T11:20:34Z</dcterms:created>
  <dcterms:modified xsi:type="dcterms:W3CDTF">2025-11-25T13:36:20Z</dcterms:modified>
</cp:coreProperties>
</file>